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02" r:id="rId4"/>
    <p:sldMasterId id="2147483703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y="5143500" cx="9144000"/>
  <p:notesSz cx="6858000" cy="9144000"/>
  <p:embeddedFontLst>
    <p:embeddedFont>
      <p:font typeface="Red Hat Display SemiBold"/>
      <p:regular r:id="rId29"/>
      <p:bold r:id="rId30"/>
      <p:italic r:id="rId31"/>
      <p:boldItalic r:id="rId32"/>
    </p:embeddedFont>
    <p:embeddedFont>
      <p:font typeface="Red Hat Display Medium"/>
      <p:regular r:id="rId33"/>
      <p:bold r:id="rId34"/>
      <p:italic r:id="rId35"/>
      <p:boldItalic r:id="rId36"/>
    </p:embeddedFont>
    <p:embeddedFont>
      <p:font typeface="Red Hat Display"/>
      <p:regular r:id="rId37"/>
      <p:bold r:id="rId38"/>
      <p:italic r:id="rId39"/>
      <p:boldItalic r:id="rId4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RedHatDisplay-boldItalic.fntdata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font" Target="fonts/RedHatDisplaySemiBold-regular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RedHatDisplaySemiBold-italic.fntdata"/><Relationship Id="rId30" Type="http://schemas.openxmlformats.org/officeDocument/2006/relationships/font" Target="fonts/RedHatDisplaySemiBold-bold.fntdata"/><Relationship Id="rId11" Type="http://schemas.openxmlformats.org/officeDocument/2006/relationships/slide" Target="slides/slide5.xml"/><Relationship Id="rId33" Type="http://schemas.openxmlformats.org/officeDocument/2006/relationships/font" Target="fonts/RedHatDisplayMedium-regular.fntdata"/><Relationship Id="rId10" Type="http://schemas.openxmlformats.org/officeDocument/2006/relationships/slide" Target="slides/slide4.xml"/><Relationship Id="rId32" Type="http://schemas.openxmlformats.org/officeDocument/2006/relationships/font" Target="fonts/RedHatDisplaySemiBold-boldItalic.fntdata"/><Relationship Id="rId13" Type="http://schemas.openxmlformats.org/officeDocument/2006/relationships/slide" Target="slides/slide7.xml"/><Relationship Id="rId35" Type="http://schemas.openxmlformats.org/officeDocument/2006/relationships/font" Target="fonts/RedHatDisplayMedium-italic.fntdata"/><Relationship Id="rId12" Type="http://schemas.openxmlformats.org/officeDocument/2006/relationships/slide" Target="slides/slide6.xml"/><Relationship Id="rId34" Type="http://schemas.openxmlformats.org/officeDocument/2006/relationships/font" Target="fonts/RedHatDisplayMedium-bold.fntdata"/><Relationship Id="rId15" Type="http://schemas.openxmlformats.org/officeDocument/2006/relationships/slide" Target="slides/slide9.xml"/><Relationship Id="rId37" Type="http://schemas.openxmlformats.org/officeDocument/2006/relationships/font" Target="fonts/RedHatDisplay-regular.fntdata"/><Relationship Id="rId14" Type="http://schemas.openxmlformats.org/officeDocument/2006/relationships/slide" Target="slides/slide8.xml"/><Relationship Id="rId36" Type="http://schemas.openxmlformats.org/officeDocument/2006/relationships/font" Target="fonts/RedHatDisplayMedium-boldItalic.fntdata"/><Relationship Id="rId17" Type="http://schemas.openxmlformats.org/officeDocument/2006/relationships/slide" Target="slides/slide11.xml"/><Relationship Id="rId39" Type="http://schemas.openxmlformats.org/officeDocument/2006/relationships/font" Target="fonts/RedHatDisplay-italic.fntdata"/><Relationship Id="rId16" Type="http://schemas.openxmlformats.org/officeDocument/2006/relationships/slide" Target="slides/slide10.xml"/><Relationship Id="rId38" Type="http://schemas.openxmlformats.org/officeDocument/2006/relationships/font" Target="fonts/RedHatDisplay-bold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7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Google Shape;598;g3a1b1715b77_0_7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9" name="Google Shape;599;g3a1b1715b77_0_7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4" name="Shape 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Google Shape;605;g3a1b1715b77_0_7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6" name="Google Shape;606;g3a1b1715b77_0_7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0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Google Shape;621;g3a1b1715b77_0_7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2" name="Google Shape;622;g3a1b1715b77_0_7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6" name="Shape 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" name="Google Shape;627;g3a1b1715b77_0_7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8" name="Google Shape;628;g3a1b1715b77_0_7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2" name="Shape 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Google Shape;633;g3a1b1715b77_0_7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4" name="Google Shape;634;g3a1b1715b77_0_7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8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9" name="Google Shape;639;g3a1b1715b77_0_7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0" name="Google Shape;640;g3a1b1715b77_0_7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4" name="Shape 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Google Shape;645;g3a1b1715b77_0_7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6" name="Google Shape;646;g3a1b1715b77_0_7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0" name="Shape 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" name="Google Shape;651;g3a1b1715b77_0_7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2" name="Google Shape;652;g3a1b1715b77_0_7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7" name="Shape 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" name="Google Shape;658;g3a1b1715b77_0_7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9" name="Google Shape;659;g3a1b1715b77_0_7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3" name="Shape 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4" name="Google Shape;664;g3a1b1715b77_0_7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5" name="Google Shape;665;g3a1b1715b77_0_7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9" name="Shape 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Google Shape;670;g3a1b1715b77_0_7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1" name="Google Shape;671;g3a1b1715b77_0_7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5" name="Shape 6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6" name="Google Shape;676;g3a1b1715b77_0_7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7" name="Google Shape;677;g3a1b1715b77_0_7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3" name="Shape 6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4" name="Google Shape;684;g3a1b1715b77_0_7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5" name="Google Shape;685;g3a1b1715b77_0_7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9" name="Shape 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0" name="Google Shape;690;g3a1b1715b77_0_7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1" name="Google Shape;691;g3a1b1715b77_0_7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6" name="Shape 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7" name="Google Shape;697;g3a1b1715b77_0_8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8" name="Google Shape;698;g3a1b1715b77_0_8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2" name="Shape 7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3" name="Google Shape;703;g3a1b1715b77_0_8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4" name="Google Shape;704;g3a1b1715b77_0_8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8" name="Shape 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9" name="Google Shape;709;g3a1b1715b77_0_8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0" name="Google Shape;710;g3a1b1715b77_0_8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4" name="Shape 7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5" name="Google Shape;715;g3a1b1715b77_0_8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6" name="Google Shape;716;g3a1b1715b77_0_8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0" name="Shape 7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1" name="Google Shape;721;g3a1b1715b77_0_8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2" name="Google Shape;722;g3a1b1715b77_0_8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6" name="Shape 7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" name="Google Shape;727;g3a1b1715b77_0_8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8" name="Google Shape;728;g3a1b1715b77_0_8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2" name="Shape 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3" name="Google Shape;733;g3a1b1715b77_0_8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4" name="Google Shape;734;g3a1b1715b77_0_8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9" name="Shape 7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0" name="Google Shape;740;g3a1b1715b77_0_8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1" name="Google Shape;741;g3a1b1715b77_0_8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/>
          <p:nvPr/>
        </p:nvSpPr>
        <p:spPr>
          <a:xfrm>
            <a:off x="810500" y="0"/>
            <a:ext cx="609900" cy="1020600"/>
          </a:xfrm>
          <a:prstGeom prst="snip2DiagRect">
            <a:avLst>
              <a:gd fmla="val 0" name="adj1"/>
              <a:gd fmla="val 48289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56" name="Google Shape;56;p14"/>
          <p:cNvSpPr/>
          <p:nvPr/>
        </p:nvSpPr>
        <p:spPr>
          <a:xfrm>
            <a:off x="810500" y="2040871"/>
            <a:ext cx="609900" cy="1020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57" name="Google Shape;57;p14"/>
          <p:cNvSpPr/>
          <p:nvPr/>
        </p:nvSpPr>
        <p:spPr>
          <a:xfrm>
            <a:off x="3" y="3061484"/>
            <a:ext cx="812400" cy="10428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58" name="Google Shape;58;p14"/>
          <p:cNvSpPr/>
          <p:nvPr/>
        </p:nvSpPr>
        <p:spPr>
          <a:xfrm>
            <a:off x="810500" y="1020429"/>
            <a:ext cx="609900" cy="1020600"/>
          </a:xfrm>
          <a:prstGeom prst="snip2DiagRect">
            <a:avLst>
              <a:gd fmla="val 0" name="adj1"/>
              <a:gd fmla="val 48289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59" name="Google Shape;59;p14"/>
          <p:cNvSpPr/>
          <p:nvPr/>
        </p:nvSpPr>
        <p:spPr>
          <a:xfrm>
            <a:off x="-1" y="0"/>
            <a:ext cx="812400" cy="1020600"/>
          </a:xfrm>
          <a:prstGeom prst="snip2DiagRect">
            <a:avLst>
              <a:gd fmla="val 0" name="adj1"/>
              <a:gd fmla="val 48289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60" name="Google Shape;60;p14"/>
          <p:cNvSpPr/>
          <p:nvPr/>
        </p:nvSpPr>
        <p:spPr>
          <a:xfrm>
            <a:off x="810505" y="3061475"/>
            <a:ext cx="609900" cy="1042800"/>
          </a:xfrm>
          <a:prstGeom prst="snip2DiagRect">
            <a:avLst>
              <a:gd fmla="val 0" name="adj1"/>
              <a:gd fmla="val 3967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61" name="Google Shape;61;p14"/>
          <p:cNvSpPr/>
          <p:nvPr/>
        </p:nvSpPr>
        <p:spPr>
          <a:xfrm>
            <a:off x="-1" y="2040871"/>
            <a:ext cx="812400" cy="1020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62" name="Google Shape;62;p14"/>
          <p:cNvSpPr/>
          <p:nvPr/>
        </p:nvSpPr>
        <p:spPr>
          <a:xfrm>
            <a:off x="-1" y="1020418"/>
            <a:ext cx="812400" cy="1020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63" name="Google Shape;63;p14"/>
          <p:cNvSpPr/>
          <p:nvPr/>
        </p:nvSpPr>
        <p:spPr>
          <a:xfrm>
            <a:off x="3" y="4100578"/>
            <a:ext cx="812400" cy="10428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64" name="Google Shape;64;p14"/>
          <p:cNvSpPr/>
          <p:nvPr/>
        </p:nvSpPr>
        <p:spPr>
          <a:xfrm>
            <a:off x="810502" y="4100581"/>
            <a:ext cx="609900" cy="10428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65" name="Google Shape;65;p14"/>
          <p:cNvSpPr/>
          <p:nvPr/>
        </p:nvSpPr>
        <p:spPr>
          <a:xfrm>
            <a:off x="1420399" y="0"/>
            <a:ext cx="432000" cy="1020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66" name="Google Shape;66;p14"/>
          <p:cNvSpPr/>
          <p:nvPr/>
        </p:nvSpPr>
        <p:spPr>
          <a:xfrm>
            <a:off x="1420399" y="2040871"/>
            <a:ext cx="432000" cy="1020600"/>
          </a:xfrm>
          <a:prstGeom prst="snip2DiagRect">
            <a:avLst>
              <a:gd fmla="val 0" name="adj1"/>
              <a:gd fmla="val 39670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67" name="Google Shape;67;p14"/>
          <p:cNvSpPr/>
          <p:nvPr/>
        </p:nvSpPr>
        <p:spPr>
          <a:xfrm>
            <a:off x="1420399" y="1020429"/>
            <a:ext cx="432000" cy="1020600"/>
          </a:xfrm>
          <a:prstGeom prst="snip2DiagRect">
            <a:avLst>
              <a:gd fmla="val 0" name="adj1"/>
              <a:gd fmla="val 48289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68" name="Google Shape;68;p14"/>
          <p:cNvSpPr/>
          <p:nvPr/>
        </p:nvSpPr>
        <p:spPr>
          <a:xfrm>
            <a:off x="1420401" y="3061475"/>
            <a:ext cx="432000" cy="10428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69" name="Google Shape;69;p14"/>
          <p:cNvSpPr/>
          <p:nvPr/>
        </p:nvSpPr>
        <p:spPr>
          <a:xfrm>
            <a:off x="1420400" y="4100581"/>
            <a:ext cx="432000" cy="10428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70" name="Google Shape;70;p14"/>
          <p:cNvSpPr txBox="1"/>
          <p:nvPr>
            <p:ph type="title"/>
          </p:nvPr>
        </p:nvSpPr>
        <p:spPr>
          <a:xfrm>
            <a:off x="3154650" y="3235981"/>
            <a:ext cx="5760900" cy="5877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4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71" name="Google Shape;71;p14"/>
          <p:cNvSpPr txBox="1"/>
          <p:nvPr>
            <p:ph idx="1" type="subTitle"/>
          </p:nvPr>
        </p:nvSpPr>
        <p:spPr>
          <a:xfrm>
            <a:off x="3154650" y="3875775"/>
            <a:ext cx="5760900" cy="5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 you">
  <p:cSld name="BLANK_3">
    <p:bg>
      <p:bgPr>
        <a:solidFill>
          <a:schemeClr val="accent5"/>
        </a:solidFill>
      </p:bgPr>
    </p:bg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5"/>
          <p:cNvSpPr/>
          <p:nvPr/>
        </p:nvSpPr>
        <p:spPr>
          <a:xfrm>
            <a:off x="810500" y="0"/>
            <a:ext cx="609900" cy="1020600"/>
          </a:xfrm>
          <a:prstGeom prst="snip2DiagRect">
            <a:avLst>
              <a:gd fmla="val 0" name="adj1"/>
              <a:gd fmla="val 48289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74" name="Google Shape;74;p15"/>
          <p:cNvSpPr/>
          <p:nvPr/>
        </p:nvSpPr>
        <p:spPr>
          <a:xfrm>
            <a:off x="810500" y="2040871"/>
            <a:ext cx="609900" cy="1020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75" name="Google Shape;75;p15"/>
          <p:cNvSpPr/>
          <p:nvPr/>
        </p:nvSpPr>
        <p:spPr>
          <a:xfrm>
            <a:off x="3" y="3061484"/>
            <a:ext cx="812400" cy="10428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76" name="Google Shape;76;p15"/>
          <p:cNvSpPr/>
          <p:nvPr/>
        </p:nvSpPr>
        <p:spPr>
          <a:xfrm>
            <a:off x="810500" y="1020429"/>
            <a:ext cx="609900" cy="1020600"/>
          </a:xfrm>
          <a:prstGeom prst="snip2DiagRect">
            <a:avLst>
              <a:gd fmla="val 0" name="adj1"/>
              <a:gd fmla="val 48289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77" name="Google Shape;77;p15"/>
          <p:cNvSpPr/>
          <p:nvPr/>
        </p:nvSpPr>
        <p:spPr>
          <a:xfrm>
            <a:off x="-1" y="0"/>
            <a:ext cx="812400" cy="1020600"/>
          </a:xfrm>
          <a:prstGeom prst="snip2DiagRect">
            <a:avLst>
              <a:gd fmla="val 0" name="adj1"/>
              <a:gd fmla="val 48289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78" name="Google Shape;78;p15"/>
          <p:cNvSpPr/>
          <p:nvPr/>
        </p:nvSpPr>
        <p:spPr>
          <a:xfrm>
            <a:off x="810505" y="3061475"/>
            <a:ext cx="609900" cy="1042800"/>
          </a:xfrm>
          <a:prstGeom prst="snip2DiagRect">
            <a:avLst>
              <a:gd fmla="val 0" name="adj1"/>
              <a:gd fmla="val 3967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79" name="Google Shape;79;p15"/>
          <p:cNvSpPr/>
          <p:nvPr/>
        </p:nvSpPr>
        <p:spPr>
          <a:xfrm>
            <a:off x="-1" y="2040871"/>
            <a:ext cx="812400" cy="1020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80" name="Google Shape;80;p15"/>
          <p:cNvSpPr/>
          <p:nvPr/>
        </p:nvSpPr>
        <p:spPr>
          <a:xfrm>
            <a:off x="-1" y="1020418"/>
            <a:ext cx="812400" cy="1020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81" name="Google Shape;81;p15"/>
          <p:cNvSpPr/>
          <p:nvPr/>
        </p:nvSpPr>
        <p:spPr>
          <a:xfrm>
            <a:off x="3" y="4100578"/>
            <a:ext cx="812400" cy="10428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82" name="Google Shape;82;p15"/>
          <p:cNvSpPr/>
          <p:nvPr/>
        </p:nvSpPr>
        <p:spPr>
          <a:xfrm>
            <a:off x="810502" y="4100581"/>
            <a:ext cx="609900" cy="10428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83" name="Google Shape;83;p15"/>
          <p:cNvSpPr/>
          <p:nvPr/>
        </p:nvSpPr>
        <p:spPr>
          <a:xfrm>
            <a:off x="1420399" y="0"/>
            <a:ext cx="432000" cy="1020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84" name="Google Shape;84;p15"/>
          <p:cNvSpPr/>
          <p:nvPr/>
        </p:nvSpPr>
        <p:spPr>
          <a:xfrm>
            <a:off x="1420399" y="2040871"/>
            <a:ext cx="432000" cy="1020600"/>
          </a:xfrm>
          <a:prstGeom prst="snip2DiagRect">
            <a:avLst>
              <a:gd fmla="val 0" name="adj1"/>
              <a:gd fmla="val 39670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85" name="Google Shape;85;p15"/>
          <p:cNvSpPr/>
          <p:nvPr/>
        </p:nvSpPr>
        <p:spPr>
          <a:xfrm>
            <a:off x="1420399" y="1020429"/>
            <a:ext cx="432000" cy="1020600"/>
          </a:xfrm>
          <a:prstGeom prst="snip2DiagRect">
            <a:avLst>
              <a:gd fmla="val 0" name="adj1"/>
              <a:gd fmla="val 48289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86" name="Google Shape;86;p15"/>
          <p:cNvSpPr/>
          <p:nvPr/>
        </p:nvSpPr>
        <p:spPr>
          <a:xfrm>
            <a:off x="1420401" y="3061475"/>
            <a:ext cx="432000" cy="10428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87" name="Google Shape;87;p15"/>
          <p:cNvSpPr/>
          <p:nvPr/>
        </p:nvSpPr>
        <p:spPr>
          <a:xfrm>
            <a:off x="1420400" y="4100581"/>
            <a:ext cx="432000" cy="10428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88" name="Google Shape;88;p15"/>
          <p:cNvSpPr txBox="1"/>
          <p:nvPr>
            <p:ph type="title"/>
          </p:nvPr>
        </p:nvSpPr>
        <p:spPr>
          <a:xfrm>
            <a:off x="3154650" y="467500"/>
            <a:ext cx="5760900" cy="5877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4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89" name="Google Shape;89;p15"/>
          <p:cNvSpPr txBox="1"/>
          <p:nvPr>
            <p:ph idx="1" type="subTitle"/>
          </p:nvPr>
        </p:nvSpPr>
        <p:spPr>
          <a:xfrm>
            <a:off x="3154650" y="1107294"/>
            <a:ext cx="5760900" cy="5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15"/>
          <p:cNvSpPr/>
          <p:nvPr>
            <p:ph idx="2" type="pic"/>
          </p:nvPr>
        </p:nvSpPr>
        <p:spPr>
          <a:xfrm>
            <a:off x="3154650" y="3875225"/>
            <a:ext cx="618600" cy="808500"/>
          </a:xfrm>
          <a:prstGeom prst="snip2DiagRect">
            <a:avLst>
              <a:gd fmla="val 0" name="adj1"/>
              <a:gd fmla="val 34473" name="adj2"/>
            </a:avLst>
          </a:prstGeom>
          <a:noFill/>
          <a:ln>
            <a:noFill/>
          </a:ln>
        </p:spPr>
      </p:sp>
      <p:sp>
        <p:nvSpPr>
          <p:cNvPr id="91" name="Google Shape;91;p15"/>
          <p:cNvSpPr txBox="1"/>
          <p:nvPr>
            <p:ph idx="3" type="subTitle"/>
          </p:nvPr>
        </p:nvSpPr>
        <p:spPr>
          <a:xfrm>
            <a:off x="3859150" y="4072916"/>
            <a:ext cx="2621700" cy="173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Red Hat Display"/>
              <a:buNone/>
              <a:defRPr sz="9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sz="9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sz="9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sz="9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sz="9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sz="9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sz="9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sz="9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sz="9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92" name="Google Shape;92;p15"/>
          <p:cNvSpPr txBox="1"/>
          <p:nvPr>
            <p:ph idx="4" type="subTitle"/>
          </p:nvPr>
        </p:nvSpPr>
        <p:spPr>
          <a:xfrm>
            <a:off x="3859150" y="4321400"/>
            <a:ext cx="1061400" cy="17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93" name="Google Shape;93;p15"/>
          <p:cNvSpPr txBox="1"/>
          <p:nvPr>
            <p:ph idx="5" type="subTitle"/>
          </p:nvPr>
        </p:nvSpPr>
        <p:spPr>
          <a:xfrm>
            <a:off x="5055800" y="4321400"/>
            <a:ext cx="1061400" cy="17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94" name="Google Shape;94;p15"/>
          <p:cNvSpPr txBox="1"/>
          <p:nvPr>
            <p:ph idx="6" type="subTitle"/>
          </p:nvPr>
        </p:nvSpPr>
        <p:spPr>
          <a:xfrm>
            <a:off x="6252450" y="4321400"/>
            <a:ext cx="1061400" cy="17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1">
  <p:cSld name="BLANK_2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6"/>
          <p:cNvSpPr/>
          <p:nvPr/>
        </p:nvSpPr>
        <p:spPr>
          <a:xfrm>
            <a:off x="7291578" y="4100578"/>
            <a:ext cx="812400" cy="10428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97" name="Google Shape;97;p16"/>
          <p:cNvSpPr/>
          <p:nvPr/>
        </p:nvSpPr>
        <p:spPr>
          <a:xfrm>
            <a:off x="8102077" y="4100581"/>
            <a:ext cx="609900" cy="10428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98" name="Google Shape;98;p16"/>
          <p:cNvSpPr/>
          <p:nvPr/>
        </p:nvSpPr>
        <p:spPr>
          <a:xfrm>
            <a:off x="8677575" y="4100576"/>
            <a:ext cx="466500" cy="10428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99" name="Google Shape;99;p16"/>
          <p:cNvSpPr/>
          <p:nvPr/>
        </p:nvSpPr>
        <p:spPr>
          <a:xfrm>
            <a:off x="5206068" y="0"/>
            <a:ext cx="1241100" cy="1020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00" name="Google Shape;100;p16"/>
          <p:cNvSpPr/>
          <p:nvPr/>
        </p:nvSpPr>
        <p:spPr>
          <a:xfrm>
            <a:off x="6447262" y="0"/>
            <a:ext cx="844200" cy="1020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01" name="Google Shape;101;p16"/>
          <p:cNvSpPr/>
          <p:nvPr/>
        </p:nvSpPr>
        <p:spPr>
          <a:xfrm>
            <a:off x="8102075" y="0"/>
            <a:ext cx="609900" cy="1020600"/>
          </a:xfrm>
          <a:prstGeom prst="snip2DiagRect">
            <a:avLst>
              <a:gd fmla="val 0" name="adj1"/>
              <a:gd fmla="val 48289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02" name="Google Shape;102;p16"/>
          <p:cNvSpPr/>
          <p:nvPr/>
        </p:nvSpPr>
        <p:spPr>
          <a:xfrm>
            <a:off x="8102075" y="2040871"/>
            <a:ext cx="609900" cy="1020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03" name="Google Shape;103;p16"/>
          <p:cNvSpPr/>
          <p:nvPr/>
        </p:nvSpPr>
        <p:spPr>
          <a:xfrm>
            <a:off x="7291578" y="3061484"/>
            <a:ext cx="812400" cy="10428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04" name="Google Shape;104;p16"/>
          <p:cNvSpPr/>
          <p:nvPr/>
        </p:nvSpPr>
        <p:spPr>
          <a:xfrm>
            <a:off x="5206074" y="1020431"/>
            <a:ext cx="1241100" cy="1020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05" name="Google Shape;105;p16"/>
          <p:cNvSpPr/>
          <p:nvPr/>
        </p:nvSpPr>
        <p:spPr>
          <a:xfrm>
            <a:off x="4028275" y="0"/>
            <a:ext cx="1177800" cy="1020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06" name="Google Shape;106;p16"/>
          <p:cNvSpPr/>
          <p:nvPr/>
        </p:nvSpPr>
        <p:spPr>
          <a:xfrm>
            <a:off x="4028281" y="1020428"/>
            <a:ext cx="1177800" cy="1020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07" name="Google Shape;107;p16"/>
          <p:cNvSpPr/>
          <p:nvPr/>
        </p:nvSpPr>
        <p:spPr>
          <a:xfrm>
            <a:off x="5206074" y="2040861"/>
            <a:ext cx="1241100" cy="1020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08" name="Google Shape;108;p16"/>
          <p:cNvSpPr/>
          <p:nvPr/>
        </p:nvSpPr>
        <p:spPr>
          <a:xfrm>
            <a:off x="8102075" y="1020429"/>
            <a:ext cx="609900" cy="1020600"/>
          </a:xfrm>
          <a:prstGeom prst="snip2DiagRect">
            <a:avLst>
              <a:gd fmla="val 0" name="adj1"/>
              <a:gd fmla="val 48289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09" name="Google Shape;109;p16"/>
          <p:cNvSpPr/>
          <p:nvPr/>
        </p:nvSpPr>
        <p:spPr>
          <a:xfrm>
            <a:off x="7291574" y="0"/>
            <a:ext cx="812400" cy="1020600"/>
          </a:xfrm>
          <a:prstGeom prst="snip2DiagRect">
            <a:avLst>
              <a:gd fmla="val 0" name="adj1"/>
              <a:gd fmla="val 48289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10" name="Google Shape;110;p16"/>
          <p:cNvSpPr/>
          <p:nvPr/>
        </p:nvSpPr>
        <p:spPr>
          <a:xfrm>
            <a:off x="8102080" y="3061475"/>
            <a:ext cx="609900" cy="1042800"/>
          </a:xfrm>
          <a:prstGeom prst="snip2DiagRect">
            <a:avLst>
              <a:gd fmla="val 0" name="adj1"/>
              <a:gd fmla="val 3967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11" name="Google Shape;111;p16"/>
          <p:cNvSpPr/>
          <p:nvPr/>
        </p:nvSpPr>
        <p:spPr>
          <a:xfrm>
            <a:off x="7291574" y="2040871"/>
            <a:ext cx="812400" cy="1020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12" name="Google Shape;112;p16"/>
          <p:cNvSpPr/>
          <p:nvPr/>
        </p:nvSpPr>
        <p:spPr>
          <a:xfrm>
            <a:off x="7291574" y="1020418"/>
            <a:ext cx="812400" cy="1020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13" name="Google Shape;113;p16"/>
          <p:cNvSpPr/>
          <p:nvPr/>
        </p:nvSpPr>
        <p:spPr>
          <a:xfrm>
            <a:off x="6447262" y="1020429"/>
            <a:ext cx="844200" cy="1020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14" name="Google Shape;114;p16"/>
          <p:cNvSpPr/>
          <p:nvPr/>
        </p:nvSpPr>
        <p:spPr>
          <a:xfrm>
            <a:off x="6447262" y="2040858"/>
            <a:ext cx="844200" cy="1020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15" name="Google Shape;115;p16"/>
          <p:cNvSpPr/>
          <p:nvPr/>
        </p:nvSpPr>
        <p:spPr>
          <a:xfrm>
            <a:off x="6447275" y="3061486"/>
            <a:ext cx="844200" cy="10428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16" name="Google Shape;116;p16"/>
          <p:cNvSpPr/>
          <p:nvPr/>
        </p:nvSpPr>
        <p:spPr>
          <a:xfrm>
            <a:off x="8677575" y="0"/>
            <a:ext cx="466500" cy="1020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17" name="Google Shape;117;p16"/>
          <p:cNvSpPr/>
          <p:nvPr/>
        </p:nvSpPr>
        <p:spPr>
          <a:xfrm>
            <a:off x="8677575" y="2040869"/>
            <a:ext cx="466500" cy="1020600"/>
          </a:xfrm>
          <a:prstGeom prst="snip2DiagRect">
            <a:avLst>
              <a:gd fmla="val 0" name="adj1"/>
              <a:gd fmla="val 39670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18" name="Google Shape;118;p16"/>
          <p:cNvSpPr/>
          <p:nvPr/>
        </p:nvSpPr>
        <p:spPr>
          <a:xfrm>
            <a:off x="8677575" y="1020428"/>
            <a:ext cx="466500" cy="1020600"/>
          </a:xfrm>
          <a:prstGeom prst="snip2DiagRect">
            <a:avLst>
              <a:gd fmla="val 0" name="adj1"/>
              <a:gd fmla="val 48289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19" name="Google Shape;119;p16"/>
          <p:cNvSpPr/>
          <p:nvPr/>
        </p:nvSpPr>
        <p:spPr>
          <a:xfrm>
            <a:off x="8677577" y="3061472"/>
            <a:ext cx="466500" cy="10428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20" name="Google Shape;120;p16"/>
          <p:cNvSpPr txBox="1"/>
          <p:nvPr>
            <p:ph type="title"/>
          </p:nvPr>
        </p:nvSpPr>
        <p:spPr>
          <a:xfrm>
            <a:off x="259050" y="3670842"/>
            <a:ext cx="5760900" cy="5877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5600">
                <a:solidFill>
                  <a:schemeClr val="lt1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section header">
  <p:cSld name="BLANK_1">
    <p:bg>
      <p:bgPr>
        <a:solidFill>
          <a:schemeClr val="accent5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2" name="Google Shape;122;p17"/>
          <p:cNvGrpSpPr/>
          <p:nvPr/>
        </p:nvGrpSpPr>
        <p:grpSpPr>
          <a:xfrm>
            <a:off x="4895291" y="1377627"/>
            <a:ext cx="4091726" cy="3670806"/>
            <a:chOff x="5223565" y="1672200"/>
            <a:chExt cx="3763198" cy="3376074"/>
          </a:xfrm>
        </p:grpSpPr>
        <p:sp>
          <p:nvSpPr>
            <p:cNvPr id="123" name="Google Shape;123;p17"/>
            <p:cNvSpPr/>
            <p:nvPr/>
          </p:nvSpPr>
          <p:spPr>
            <a:xfrm>
              <a:off x="8597363" y="4658874"/>
              <a:ext cx="389400" cy="389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24" name="Google Shape;124;p17"/>
            <p:cNvSpPr/>
            <p:nvPr/>
          </p:nvSpPr>
          <p:spPr>
            <a:xfrm>
              <a:off x="8221477" y="4674761"/>
              <a:ext cx="364500" cy="364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25" name="Google Shape;125;p17"/>
            <p:cNvSpPr/>
            <p:nvPr/>
          </p:nvSpPr>
          <p:spPr>
            <a:xfrm>
              <a:off x="7827856" y="4668751"/>
              <a:ext cx="364500" cy="364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26" name="Google Shape;126;p17"/>
            <p:cNvSpPr/>
            <p:nvPr/>
          </p:nvSpPr>
          <p:spPr>
            <a:xfrm>
              <a:off x="7434256" y="4656732"/>
              <a:ext cx="364500" cy="364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27" name="Google Shape;127;p17"/>
            <p:cNvSpPr/>
            <p:nvPr/>
          </p:nvSpPr>
          <p:spPr>
            <a:xfrm>
              <a:off x="7061685" y="4674751"/>
              <a:ext cx="328500" cy="328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28" name="Google Shape;128;p17"/>
            <p:cNvSpPr/>
            <p:nvPr/>
          </p:nvSpPr>
          <p:spPr>
            <a:xfrm>
              <a:off x="6674992" y="4683725"/>
              <a:ext cx="310500" cy="31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29" name="Google Shape;129;p17"/>
            <p:cNvSpPr/>
            <p:nvPr/>
          </p:nvSpPr>
          <p:spPr>
            <a:xfrm>
              <a:off x="6302724" y="4703118"/>
              <a:ext cx="266100" cy="266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30" name="Google Shape;130;p17"/>
            <p:cNvSpPr/>
            <p:nvPr/>
          </p:nvSpPr>
          <p:spPr>
            <a:xfrm>
              <a:off x="5931636" y="4719313"/>
              <a:ext cx="233700" cy="233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31" name="Google Shape;131;p17"/>
            <p:cNvSpPr/>
            <p:nvPr/>
          </p:nvSpPr>
          <p:spPr>
            <a:xfrm>
              <a:off x="5574999" y="4754125"/>
              <a:ext cx="164100" cy="164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32" name="Google Shape;132;p17"/>
            <p:cNvSpPr/>
            <p:nvPr/>
          </p:nvSpPr>
          <p:spPr>
            <a:xfrm>
              <a:off x="5223565" y="4792075"/>
              <a:ext cx="88200" cy="8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33" name="Google Shape;133;p17"/>
            <p:cNvSpPr/>
            <p:nvPr/>
          </p:nvSpPr>
          <p:spPr>
            <a:xfrm>
              <a:off x="5233309" y="4405993"/>
              <a:ext cx="65100" cy="65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34" name="Google Shape;134;p17"/>
            <p:cNvSpPr/>
            <p:nvPr/>
          </p:nvSpPr>
          <p:spPr>
            <a:xfrm>
              <a:off x="5255991" y="4031074"/>
              <a:ext cx="32400" cy="3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35" name="Google Shape;135;p17"/>
            <p:cNvSpPr/>
            <p:nvPr/>
          </p:nvSpPr>
          <p:spPr>
            <a:xfrm>
              <a:off x="5577744" y="4359245"/>
              <a:ext cx="164100" cy="164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36" name="Google Shape;136;p17"/>
            <p:cNvSpPr/>
            <p:nvPr/>
          </p:nvSpPr>
          <p:spPr>
            <a:xfrm>
              <a:off x="5597859" y="3989773"/>
              <a:ext cx="128400" cy="128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37" name="Google Shape;137;p17"/>
            <p:cNvSpPr/>
            <p:nvPr/>
          </p:nvSpPr>
          <p:spPr>
            <a:xfrm>
              <a:off x="5617892" y="3617917"/>
              <a:ext cx="88200" cy="88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38" name="Google Shape;138;p17"/>
            <p:cNvSpPr/>
            <p:nvPr/>
          </p:nvSpPr>
          <p:spPr>
            <a:xfrm>
              <a:off x="5640242" y="3256822"/>
              <a:ext cx="43500" cy="43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39" name="Google Shape;139;p17"/>
            <p:cNvSpPr/>
            <p:nvPr/>
          </p:nvSpPr>
          <p:spPr>
            <a:xfrm>
              <a:off x="5947917" y="4337666"/>
              <a:ext cx="210300" cy="210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40" name="Google Shape;140;p17"/>
            <p:cNvSpPr/>
            <p:nvPr/>
          </p:nvSpPr>
          <p:spPr>
            <a:xfrm>
              <a:off x="5947917" y="3948966"/>
              <a:ext cx="210300" cy="210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41" name="Google Shape;141;p17"/>
            <p:cNvSpPr/>
            <p:nvPr/>
          </p:nvSpPr>
          <p:spPr>
            <a:xfrm>
              <a:off x="5971017" y="3583374"/>
              <a:ext cx="164100" cy="164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42" name="Google Shape;142;p17"/>
            <p:cNvSpPr/>
            <p:nvPr/>
          </p:nvSpPr>
          <p:spPr>
            <a:xfrm>
              <a:off x="6000412" y="3213736"/>
              <a:ext cx="120600" cy="1206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43" name="Google Shape;143;p17"/>
            <p:cNvSpPr/>
            <p:nvPr/>
          </p:nvSpPr>
          <p:spPr>
            <a:xfrm>
              <a:off x="6028158" y="2848212"/>
              <a:ext cx="65100" cy="65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44" name="Google Shape;144;p17"/>
            <p:cNvSpPr/>
            <p:nvPr/>
          </p:nvSpPr>
          <p:spPr>
            <a:xfrm>
              <a:off x="6310165" y="4307974"/>
              <a:ext cx="266100" cy="266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45" name="Google Shape;145;p17"/>
            <p:cNvSpPr/>
            <p:nvPr/>
          </p:nvSpPr>
          <p:spPr>
            <a:xfrm>
              <a:off x="6317617" y="3928525"/>
              <a:ext cx="251100" cy="251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46" name="Google Shape;146;p17"/>
            <p:cNvSpPr/>
            <p:nvPr/>
          </p:nvSpPr>
          <p:spPr>
            <a:xfrm>
              <a:off x="6338017" y="3557025"/>
              <a:ext cx="210300" cy="210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47" name="Google Shape;147;p17"/>
            <p:cNvSpPr/>
            <p:nvPr/>
          </p:nvSpPr>
          <p:spPr>
            <a:xfrm>
              <a:off x="6353659" y="3174152"/>
              <a:ext cx="190800" cy="1908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48" name="Google Shape;148;p17"/>
            <p:cNvSpPr/>
            <p:nvPr/>
          </p:nvSpPr>
          <p:spPr>
            <a:xfrm>
              <a:off x="6378718" y="2811048"/>
              <a:ext cx="140700" cy="140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49" name="Google Shape;149;p17"/>
            <p:cNvSpPr/>
            <p:nvPr/>
          </p:nvSpPr>
          <p:spPr>
            <a:xfrm>
              <a:off x="6742842" y="2786001"/>
              <a:ext cx="190800" cy="1908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50" name="Google Shape;150;p17"/>
            <p:cNvSpPr/>
            <p:nvPr/>
          </p:nvSpPr>
          <p:spPr>
            <a:xfrm>
              <a:off x="6416508" y="2460862"/>
              <a:ext cx="65100" cy="65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51" name="Google Shape;151;p17"/>
            <p:cNvSpPr/>
            <p:nvPr/>
          </p:nvSpPr>
          <p:spPr>
            <a:xfrm>
              <a:off x="6767893" y="2423048"/>
              <a:ext cx="140700" cy="140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52" name="Google Shape;152;p17"/>
            <p:cNvSpPr/>
            <p:nvPr/>
          </p:nvSpPr>
          <p:spPr>
            <a:xfrm>
              <a:off x="6818658" y="2063849"/>
              <a:ext cx="65100" cy="65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53" name="Google Shape;153;p17"/>
            <p:cNvSpPr/>
            <p:nvPr/>
          </p:nvSpPr>
          <p:spPr>
            <a:xfrm>
              <a:off x="6725510" y="3161725"/>
              <a:ext cx="233700" cy="233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54" name="Google Shape;154;p17"/>
            <p:cNvSpPr/>
            <p:nvPr/>
          </p:nvSpPr>
          <p:spPr>
            <a:xfrm>
              <a:off x="6703814" y="3536492"/>
              <a:ext cx="266100" cy="266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55" name="Google Shape;155;p17"/>
            <p:cNvSpPr/>
            <p:nvPr/>
          </p:nvSpPr>
          <p:spPr>
            <a:xfrm>
              <a:off x="6693510" y="3918330"/>
              <a:ext cx="281700" cy="281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56" name="Google Shape;156;p17"/>
            <p:cNvSpPr/>
            <p:nvPr/>
          </p:nvSpPr>
          <p:spPr>
            <a:xfrm>
              <a:off x="6683243" y="4298575"/>
              <a:ext cx="302100" cy="302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57" name="Google Shape;157;p17"/>
            <p:cNvSpPr/>
            <p:nvPr/>
          </p:nvSpPr>
          <p:spPr>
            <a:xfrm>
              <a:off x="7061692" y="4285375"/>
              <a:ext cx="328500" cy="328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58" name="Google Shape;158;p17"/>
            <p:cNvSpPr/>
            <p:nvPr/>
          </p:nvSpPr>
          <p:spPr>
            <a:xfrm>
              <a:off x="7070692" y="3905000"/>
              <a:ext cx="310500" cy="31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59" name="Google Shape;159;p17"/>
            <p:cNvSpPr/>
            <p:nvPr/>
          </p:nvSpPr>
          <p:spPr>
            <a:xfrm>
              <a:off x="7085092" y="3528700"/>
              <a:ext cx="281700" cy="281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60" name="Google Shape;160;p17"/>
            <p:cNvSpPr/>
            <p:nvPr/>
          </p:nvSpPr>
          <p:spPr>
            <a:xfrm>
              <a:off x="7103018" y="3150325"/>
              <a:ext cx="256500" cy="256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61" name="Google Shape;161;p17"/>
            <p:cNvSpPr/>
            <p:nvPr/>
          </p:nvSpPr>
          <p:spPr>
            <a:xfrm>
              <a:off x="7124313" y="2779308"/>
              <a:ext cx="220500" cy="22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62" name="Google Shape;162;p17"/>
            <p:cNvSpPr/>
            <p:nvPr/>
          </p:nvSpPr>
          <p:spPr>
            <a:xfrm>
              <a:off x="7146044" y="2409955"/>
              <a:ext cx="174000" cy="174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63" name="Google Shape;163;p17"/>
            <p:cNvSpPr/>
            <p:nvPr/>
          </p:nvSpPr>
          <p:spPr>
            <a:xfrm>
              <a:off x="7186793" y="2052175"/>
              <a:ext cx="108000" cy="108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64" name="Google Shape;164;p17"/>
            <p:cNvSpPr/>
            <p:nvPr/>
          </p:nvSpPr>
          <p:spPr>
            <a:xfrm>
              <a:off x="7976817" y="1672200"/>
              <a:ext cx="88200" cy="8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65" name="Google Shape;165;p17"/>
            <p:cNvSpPr/>
            <p:nvPr/>
          </p:nvSpPr>
          <p:spPr>
            <a:xfrm>
              <a:off x="8371192" y="1672200"/>
              <a:ext cx="88200" cy="8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66" name="Google Shape;166;p17"/>
            <p:cNvSpPr/>
            <p:nvPr/>
          </p:nvSpPr>
          <p:spPr>
            <a:xfrm>
              <a:off x="8764889" y="1672200"/>
              <a:ext cx="88200" cy="8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67" name="Google Shape;167;p17"/>
            <p:cNvSpPr/>
            <p:nvPr/>
          </p:nvSpPr>
          <p:spPr>
            <a:xfrm>
              <a:off x="7441492" y="4274600"/>
              <a:ext cx="350100" cy="350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68" name="Google Shape;168;p17"/>
            <p:cNvSpPr/>
            <p:nvPr/>
          </p:nvSpPr>
          <p:spPr>
            <a:xfrm>
              <a:off x="7452292" y="3896000"/>
              <a:ext cx="328500" cy="328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69" name="Google Shape;169;p17"/>
            <p:cNvSpPr/>
            <p:nvPr/>
          </p:nvSpPr>
          <p:spPr>
            <a:xfrm>
              <a:off x="7470292" y="3510175"/>
              <a:ext cx="310500" cy="31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70" name="Google Shape;170;p17"/>
            <p:cNvSpPr/>
            <p:nvPr/>
          </p:nvSpPr>
          <p:spPr>
            <a:xfrm>
              <a:off x="7484692" y="3137725"/>
              <a:ext cx="281700" cy="281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71" name="Google Shape;171;p17"/>
            <p:cNvSpPr/>
            <p:nvPr/>
          </p:nvSpPr>
          <p:spPr>
            <a:xfrm>
              <a:off x="7497293" y="2761300"/>
              <a:ext cx="256500" cy="256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72" name="Google Shape;172;p17"/>
            <p:cNvSpPr/>
            <p:nvPr/>
          </p:nvSpPr>
          <p:spPr>
            <a:xfrm>
              <a:off x="7515288" y="2386708"/>
              <a:ext cx="220500" cy="22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73" name="Google Shape;173;p17"/>
            <p:cNvSpPr/>
            <p:nvPr/>
          </p:nvSpPr>
          <p:spPr>
            <a:xfrm>
              <a:off x="7564468" y="2035826"/>
              <a:ext cx="140700" cy="140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74" name="Google Shape;174;p17"/>
            <p:cNvSpPr/>
            <p:nvPr/>
          </p:nvSpPr>
          <p:spPr>
            <a:xfrm>
              <a:off x="7828801" y="4272511"/>
              <a:ext cx="364500" cy="364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75" name="Google Shape;175;p17"/>
            <p:cNvSpPr/>
            <p:nvPr/>
          </p:nvSpPr>
          <p:spPr>
            <a:xfrm>
              <a:off x="7835067" y="3890650"/>
              <a:ext cx="350100" cy="350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76" name="Google Shape;176;p17"/>
            <p:cNvSpPr/>
            <p:nvPr/>
          </p:nvSpPr>
          <p:spPr>
            <a:xfrm>
              <a:off x="7850970" y="3509478"/>
              <a:ext cx="328500" cy="328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77" name="Google Shape;177;p17"/>
            <p:cNvSpPr/>
            <p:nvPr/>
          </p:nvSpPr>
          <p:spPr>
            <a:xfrm>
              <a:off x="7859967" y="3123325"/>
              <a:ext cx="310500" cy="31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78" name="Google Shape;178;p17"/>
            <p:cNvSpPr/>
            <p:nvPr/>
          </p:nvSpPr>
          <p:spPr>
            <a:xfrm>
              <a:off x="7886401" y="2761299"/>
              <a:ext cx="256500" cy="256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79" name="Google Shape;179;p17"/>
            <p:cNvSpPr/>
            <p:nvPr/>
          </p:nvSpPr>
          <p:spPr>
            <a:xfrm>
              <a:off x="7904067" y="2376550"/>
              <a:ext cx="233700" cy="233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80" name="Google Shape;180;p17"/>
            <p:cNvSpPr/>
            <p:nvPr/>
          </p:nvSpPr>
          <p:spPr>
            <a:xfrm>
              <a:off x="7944867" y="2030125"/>
              <a:ext cx="152100" cy="152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81" name="Google Shape;181;p17"/>
            <p:cNvSpPr/>
            <p:nvPr/>
          </p:nvSpPr>
          <p:spPr>
            <a:xfrm>
              <a:off x="8330538" y="2030125"/>
              <a:ext cx="164100" cy="164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82" name="Google Shape;182;p17"/>
            <p:cNvSpPr/>
            <p:nvPr/>
          </p:nvSpPr>
          <p:spPr>
            <a:xfrm>
              <a:off x="8717639" y="2025398"/>
              <a:ext cx="174000" cy="174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83" name="Google Shape;183;p17"/>
            <p:cNvSpPr/>
            <p:nvPr/>
          </p:nvSpPr>
          <p:spPr>
            <a:xfrm>
              <a:off x="8298197" y="2383915"/>
              <a:ext cx="233700" cy="233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84" name="Google Shape;184;p17"/>
            <p:cNvSpPr/>
            <p:nvPr/>
          </p:nvSpPr>
          <p:spPr>
            <a:xfrm>
              <a:off x="8691644" y="2383915"/>
              <a:ext cx="233700" cy="233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85" name="Google Shape;185;p17"/>
            <p:cNvSpPr/>
            <p:nvPr/>
          </p:nvSpPr>
          <p:spPr>
            <a:xfrm>
              <a:off x="8273879" y="2760682"/>
              <a:ext cx="266100" cy="266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86" name="Google Shape;186;p17"/>
            <p:cNvSpPr/>
            <p:nvPr/>
          </p:nvSpPr>
          <p:spPr>
            <a:xfrm>
              <a:off x="8662489" y="2760682"/>
              <a:ext cx="266100" cy="266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87" name="Google Shape;187;p17"/>
            <p:cNvSpPr/>
            <p:nvPr/>
          </p:nvSpPr>
          <p:spPr>
            <a:xfrm>
              <a:off x="8248467" y="3123325"/>
              <a:ext cx="310500" cy="31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88" name="Google Shape;188;p17"/>
            <p:cNvSpPr/>
            <p:nvPr/>
          </p:nvSpPr>
          <p:spPr>
            <a:xfrm>
              <a:off x="8649389" y="3123325"/>
              <a:ext cx="310500" cy="31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89" name="Google Shape;189;p17"/>
            <p:cNvSpPr/>
            <p:nvPr/>
          </p:nvSpPr>
          <p:spPr>
            <a:xfrm>
              <a:off x="8228667" y="3498675"/>
              <a:ext cx="350100" cy="350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90" name="Google Shape;190;p17"/>
            <p:cNvSpPr/>
            <p:nvPr/>
          </p:nvSpPr>
          <p:spPr>
            <a:xfrm>
              <a:off x="8620488" y="3498675"/>
              <a:ext cx="350100" cy="350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91" name="Google Shape;191;p17"/>
            <p:cNvSpPr/>
            <p:nvPr/>
          </p:nvSpPr>
          <p:spPr>
            <a:xfrm>
              <a:off x="8225203" y="3890650"/>
              <a:ext cx="350100" cy="350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92" name="Google Shape;192;p17"/>
            <p:cNvSpPr/>
            <p:nvPr/>
          </p:nvSpPr>
          <p:spPr>
            <a:xfrm>
              <a:off x="8616393" y="3890650"/>
              <a:ext cx="350100" cy="350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93" name="Google Shape;193;p17"/>
            <p:cNvSpPr/>
            <p:nvPr/>
          </p:nvSpPr>
          <p:spPr>
            <a:xfrm>
              <a:off x="8217728" y="4274243"/>
              <a:ext cx="364500" cy="364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94" name="Google Shape;194;p17"/>
            <p:cNvSpPr/>
            <p:nvPr/>
          </p:nvSpPr>
          <p:spPr>
            <a:xfrm>
              <a:off x="8605974" y="4274243"/>
              <a:ext cx="364500" cy="364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</p:grpSp>
      <p:grpSp>
        <p:nvGrpSpPr>
          <p:cNvPr id="195" name="Google Shape;195;p17"/>
          <p:cNvGrpSpPr/>
          <p:nvPr/>
        </p:nvGrpSpPr>
        <p:grpSpPr>
          <a:xfrm>
            <a:off x="142078" y="79823"/>
            <a:ext cx="2140834" cy="1767927"/>
            <a:chOff x="142083" y="79814"/>
            <a:chExt cx="1831025" cy="1512212"/>
          </a:xfrm>
        </p:grpSpPr>
        <p:sp>
          <p:nvSpPr>
            <p:cNvPr id="196" name="Google Shape;196;p17"/>
            <p:cNvSpPr/>
            <p:nvPr/>
          </p:nvSpPr>
          <p:spPr>
            <a:xfrm>
              <a:off x="142083" y="79814"/>
              <a:ext cx="256500" cy="256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97" name="Google Shape;197;p17"/>
            <p:cNvSpPr/>
            <p:nvPr/>
          </p:nvSpPr>
          <p:spPr>
            <a:xfrm>
              <a:off x="487858" y="87214"/>
              <a:ext cx="233700" cy="233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98" name="Google Shape;198;p17"/>
            <p:cNvSpPr/>
            <p:nvPr/>
          </p:nvSpPr>
          <p:spPr>
            <a:xfrm>
              <a:off x="839135" y="87214"/>
              <a:ext cx="210300" cy="210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99" name="Google Shape;199;p17"/>
            <p:cNvSpPr/>
            <p:nvPr/>
          </p:nvSpPr>
          <p:spPr>
            <a:xfrm>
              <a:off x="1191033" y="105414"/>
              <a:ext cx="174000" cy="174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00" name="Google Shape;200;p17"/>
            <p:cNvSpPr/>
            <p:nvPr/>
          </p:nvSpPr>
          <p:spPr>
            <a:xfrm>
              <a:off x="1537808" y="115439"/>
              <a:ext cx="140700" cy="14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01" name="Google Shape;201;p17"/>
            <p:cNvSpPr/>
            <p:nvPr/>
          </p:nvSpPr>
          <p:spPr>
            <a:xfrm>
              <a:off x="1908008" y="148714"/>
              <a:ext cx="65100" cy="65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02" name="Google Shape;202;p17"/>
            <p:cNvSpPr/>
            <p:nvPr/>
          </p:nvSpPr>
          <p:spPr>
            <a:xfrm>
              <a:off x="164883" y="422639"/>
              <a:ext cx="233700" cy="233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03" name="Google Shape;203;p17"/>
            <p:cNvSpPr/>
            <p:nvPr/>
          </p:nvSpPr>
          <p:spPr>
            <a:xfrm>
              <a:off x="506960" y="427888"/>
              <a:ext cx="210300" cy="210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04" name="Google Shape;204;p17"/>
            <p:cNvSpPr/>
            <p:nvPr/>
          </p:nvSpPr>
          <p:spPr>
            <a:xfrm>
              <a:off x="854387" y="436714"/>
              <a:ext cx="179700" cy="179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05" name="Google Shape;205;p17"/>
            <p:cNvSpPr/>
            <p:nvPr/>
          </p:nvSpPr>
          <p:spPr>
            <a:xfrm>
              <a:off x="1202034" y="450389"/>
              <a:ext cx="1521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06" name="Google Shape;206;p17"/>
            <p:cNvSpPr/>
            <p:nvPr/>
          </p:nvSpPr>
          <p:spPr>
            <a:xfrm>
              <a:off x="1558407" y="470039"/>
              <a:ext cx="97800" cy="978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07" name="Google Shape;207;p17"/>
            <p:cNvSpPr/>
            <p:nvPr/>
          </p:nvSpPr>
          <p:spPr>
            <a:xfrm>
              <a:off x="1924408" y="499814"/>
              <a:ext cx="32400" cy="3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08" name="Google Shape;208;p17"/>
            <p:cNvSpPr/>
            <p:nvPr/>
          </p:nvSpPr>
          <p:spPr>
            <a:xfrm>
              <a:off x="529964" y="775614"/>
              <a:ext cx="179700" cy="179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09" name="Google Shape;209;p17"/>
            <p:cNvSpPr/>
            <p:nvPr/>
          </p:nvSpPr>
          <p:spPr>
            <a:xfrm>
              <a:off x="185718" y="765448"/>
              <a:ext cx="210300" cy="210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10" name="Google Shape;210;p17"/>
            <p:cNvSpPr/>
            <p:nvPr/>
          </p:nvSpPr>
          <p:spPr>
            <a:xfrm>
              <a:off x="873448" y="784049"/>
              <a:ext cx="1521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11" name="Google Shape;211;p17"/>
            <p:cNvSpPr/>
            <p:nvPr/>
          </p:nvSpPr>
          <p:spPr>
            <a:xfrm>
              <a:off x="1230921" y="804501"/>
              <a:ext cx="108000" cy="108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12" name="Google Shape;212;p17"/>
            <p:cNvSpPr/>
            <p:nvPr/>
          </p:nvSpPr>
          <p:spPr>
            <a:xfrm>
              <a:off x="1577346" y="824201"/>
              <a:ext cx="65100" cy="65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13" name="Google Shape;213;p17"/>
            <p:cNvSpPr/>
            <p:nvPr/>
          </p:nvSpPr>
          <p:spPr>
            <a:xfrm>
              <a:off x="551148" y="1122149"/>
              <a:ext cx="1521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14" name="Google Shape;214;p17"/>
            <p:cNvSpPr/>
            <p:nvPr/>
          </p:nvSpPr>
          <p:spPr>
            <a:xfrm>
              <a:off x="201014" y="1115389"/>
              <a:ext cx="179700" cy="179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15" name="Google Shape;215;p17"/>
            <p:cNvSpPr/>
            <p:nvPr/>
          </p:nvSpPr>
          <p:spPr>
            <a:xfrm>
              <a:off x="900639" y="1144351"/>
              <a:ext cx="108000" cy="108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16" name="Google Shape;216;p17"/>
            <p:cNvSpPr/>
            <p:nvPr/>
          </p:nvSpPr>
          <p:spPr>
            <a:xfrm>
              <a:off x="1258496" y="1160976"/>
              <a:ext cx="65100" cy="65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17" name="Google Shape;217;p17"/>
            <p:cNvSpPr/>
            <p:nvPr/>
          </p:nvSpPr>
          <p:spPr>
            <a:xfrm>
              <a:off x="240458" y="1484026"/>
              <a:ext cx="108000" cy="108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18" name="Google Shape;218;p17"/>
            <p:cNvSpPr/>
            <p:nvPr/>
          </p:nvSpPr>
          <p:spPr>
            <a:xfrm>
              <a:off x="583108" y="1486121"/>
              <a:ext cx="88200" cy="8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19" name="Google Shape;219;p17"/>
            <p:cNvSpPr/>
            <p:nvPr/>
          </p:nvSpPr>
          <p:spPr>
            <a:xfrm>
              <a:off x="937805" y="1508513"/>
              <a:ext cx="43500" cy="43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</p:grpSp>
      <p:sp>
        <p:nvSpPr>
          <p:cNvPr id="220" name="Google Shape;220;p17"/>
          <p:cNvSpPr txBox="1"/>
          <p:nvPr>
            <p:ph type="title"/>
          </p:nvPr>
        </p:nvSpPr>
        <p:spPr>
          <a:xfrm>
            <a:off x="228600" y="2160392"/>
            <a:ext cx="5760900" cy="5877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4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221" name="Google Shape;221;p17"/>
          <p:cNvSpPr txBox="1"/>
          <p:nvPr>
            <p:ph idx="1" type="subTitle"/>
          </p:nvPr>
        </p:nvSpPr>
        <p:spPr>
          <a:xfrm>
            <a:off x="228600" y="2800192"/>
            <a:ext cx="4916700" cy="5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eet the team 1">
  <p:cSld name="CUSTOM"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8"/>
          <p:cNvSpPr txBox="1"/>
          <p:nvPr>
            <p:ph type="title"/>
          </p:nvPr>
        </p:nvSpPr>
        <p:spPr>
          <a:xfrm>
            <a:off x="228600" y="420017"/>
            <a:ext cx="6480300" cy="587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/>
        </p:txBody>
      </p:sp>
      <p:sp>
        <p:nvSpPr>
          <p:cNvPr id="224" name="Google Shape;224;p18"/>
          <p:cNvSpPr/>
          <p:nvPr>
            <p:ph idx="2" type="pic"/>
          </p:nvPr>
        </p:nvSpPr>
        <p:spPr>
          <a:xfrm>
            <a:off x="228425" y="1804150"/>
            <a:ext cx="1444500" cy="1451400"/>
          </a:xfrm>
          <a:prstGeom prst="rect">
            <a:avLst/>
          </a:prstGeom>
          <a:noFill/>
          <a:ln>
            <a:noFill/>
          </a:ln>
        </p:spPr>
      </p:sp>
      <p:sp>
        <p:nvSpPr>
          <p:cNvPr id="225" name="Google Shape;225;p18"/>
          <p:cNvSpPr/>
          <p:nvPr>
            <p:ph idx="3" type="pic"/>
          </p:nvPr>
        </p:nvSpPr>
        <p:spPr>
          <a:xfrm>
            <a:off x="2036775" y="1804150"/>
            <a:ext cx="1444500" cy="1451400"/>
          </a:xfrm>
          <a:prstGeom prst="rect">
            <a:avLst/>
          </a:prstGeom>
          <a:noFill/>
          <a:ln>
            <a:noFill/>
          </a:ln>
        </p:spPr>
      </p:sp>
      <p:sp>
        <p:nvSpPr>
          <p:cNvPr id="226" name="Google Shape;226;p18"/>
          <p:cNvSpPr/>
          <p:nvPr>
            <p:ph idx="4" type="pic"/>
          </p:nvPr>
        </p:nvSpPr>
        <p:spPr>
          <a:xfrm>
            <a:off x="3844088" y="1804150"/>
            <a:ext cx="1444500" cy="1451400"/>
          </a:xfrm>
          <a:prstGeom prst="rect">
            <a:avLst/>
          </a:prstGeom>
          <a:noFill/>
          <a:ln>
            <a:noFill/>
          </a:ln>
        </p:spPr>
      </p:sp>
      <p:sp>
        <p:nvSpPr>
          <p:cNvPr id="227" name="Google Shape;227;p18"/>
          <p:cNvSpPr/>
          <p:nvPr>
            <p:ph idx="5" type="pic"/>
          </p:nvPr>
        </p:nvSpPr>
        <p:spPr>
          <a:xfrm>
            <a:off x="5655513" y="1804150"/>
            <a:ext cx="1444500" cy="1451400"/>
          </a:xfrm>
          <a:prstGeom prst="rect">
            <a:avLst/>
          </a:prstGeom>
          <a:noFill/>
          <a:ln>
            <a:noFill/>
          </a:ln>
        </p:spPr>
      </p:sp>
      <p:sp>
        <p:nvSpPr>
          <p:cNvPr id="228" name="Google Shape;228;p18"/>
          <p:cNvSpPr/>
          <p:nvPr>
            <p:ph idx="6" type="pic"/>
          </p:nvPr>
        </p:nvSpPr>
        <p:spPr>
          <a:xfrm>
            <a:off x="7470863" y="1804150"/>
            <a:ext cx="1444500" cy="1451400"/>
          </a:xfrm>
          <a:prstGeom prst="rect">
            <a:avLst/>
          </a:prstGeom>
          <a:noFill/>
          <a:ln>
            <a:noFill/>
          </a:ln>
        </p:spPr>
      </p:sp>
      <p:sp>
        <p:nvSpPr>
          <p:cNvPr id="229" name="Google Shape;229;p18"/>
          <p:cNvSpPr txBox="1"/>
          <p:nvPr>
            <p:ph idx="1" type="subTitle"/>
          </p:nvPr>
        </p:nvSpPr>
        <p:spPr>
          <a:xfrm>
            <a:off x="326700" y="3482650"/>
            <a:ext cx="1205400" cy="3015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"/>
              <a:buNone/>
              <a:defRPr b="1"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30" name="Google Shape;230;p18"/>
          <p:cNvSpPr txBox="1"/>
          <p:nvPr>
            <p:ph idx="7" type="subTitle"/>
          </p:nvPr>
        </p:nvSpPr>
        <p:spPr>
          <a:xfrm>
            <a:off x="326700" y="3803650"/>
            <a:ext cx="1272600" cy="233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9pPr>
          </a:lstStyle>
          <a:p/>
        </p:txBody>
      </p:sp>
      <p:sp>
        <p:nvSpPr>
          <p:cNvPr id="231" name="Google Shape;231;p18"/>
          <p:cNvSpPr txBox="1"/>
          <p:nvPr>
            <p:ph idx="8" type="subTitle"/>
          </p:nvPr>
        </p:nvSpPr>
        <p:spPr>
          <a:xfrm>
            <a:off x="2131863" y="3482650"/>
            <a:ext cx="1205400" cy="3015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b="1"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32" name="Google Shape;232;p18"/>
          <p:cNvSpPr txBox="1"/>
          <p:nvPr>
            <p:ph idx="9" type="subTitle"/>
          </p:nvPr>
        </p:nvSpPr>
        <p:spPr>
          <a:xfrm>
            <a:off x="2131863" y="3803650"/>
            <a:ext cx="1272600" cy="233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9pPr>
          </a:lstStyle>
          <a:p/>
        </p:txBody>
      </p:sp>
      <p:sp>
        <p:nvSpPr>
          <p:cNvPr id="233" name="Google Shape;233;p18"/>
          <p:cNvSpPr txBox="1"/>
          <p:nvPr>
            <p:ph idx="13" type="subTitle"/>
          </p:nvPr>
        </p:nvSpPr>
        <p:spPr>
          <a:xfrm>
            <a:off x="3945850" y="3482650"/>
            <a:ext cx="1205400" cy="3015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"/>
              <a:buNone/>
              <a:defRPr b="1"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34" name="Google Shape;234;p18"/>
          <p:cNvSpPr txBox="1"/>
          <p:nvPr>
            <p:ph idx="14" type="subTitle"/>
          </p:nvPr>
        </p:nvSpPr>
        <p:spPr>
          <a:xfrm>
            <a:off x="3945850" y="3803650"/>
            <a:ext cx="1272600" cy="233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9pPr>
          </a:lstStyle>
          <a:p/>
        </p:txBody>
      </p:sp>
      <p:sp>
        <p:nvSpPr>
          <p:cNvPr id="235" name="Google Shape;235;p18"/>
          <p:cNvSpPr txBox="1"/>
          <p:nvPr>
            <p:ph idx="15" type="subTitle"/>
          </p:nvPr>
        </p:nvSpPr>
        <p:spPr>
          <a:xfrm>
            <a:off x="5753462" y="3482650"/>
            <a:ext cx="1205400" cy="3015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"/>
              <a:buNone/>
              <a:defRPr b="1"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36" name="Google Shape;236;p18"/>
          <p:cNvSpPr txBox="1"/>
          <p:nvPr>
            <p:ph idx="16" type="subTitle"/>
          </p:nvPr>
        </p:nvSpPr>
        <p:spPr>
          <a:xfrm>
            <a:off x="5753462" y="3803650"/>
            <a:ext cx="1272600" cy="233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9pPr>
          </a:lstStyle>
          <a:p/>
        </p:txBody>
      </p:sp>
      <p:sp>
        <p:nvSpPr>
          <p:cNvPr id="237" name="Google Shape;237;p18"/>
          <p:cNvSpPr txBox="1"/>
          <p:nvPr>
            <p:ph idx="17" type="subTitle"/>
          </p:nvPr>
        </p:nvSpPr>
        <p:spPr>
          <a:xfrm>
            <a:off x="7569712" y="3482650"/>
            <a:ext cx="1205400" cy="3015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"/>
              <a:buNone/>
              <a:defRPr b="1"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38" name="Google Shape;238;p18"/>
          <p:cNvSpPr txBox="1"/>
          <p:nvPr>
            <p:ph idx="18" type="subTitle"/>
          </p:nvPr>
        </p:nvSpPr>
        <p:spPr>
          <a:xfrm>
            <a:off x="7569712" y="3803650"/>
            <a:ext cx="1272600" cy="233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eet the team 2">
  <p:cSld name="CUSTOM_1"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19"/>
          <p:cNvSpPr txBox="1"/>
          <p:nvPr>
            <p:ph type="title"/>
          </p:nvPr>
        </p:nvSpPr>
        <p:spPr>
          <a:xfrm>
            <a:off x="228600" y="420017"/>
            <a:ext cx="6480300" cy="587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/>
        </p:txBody>
      </p:sp>
      <p:sp>
        <p:nvSpPr>
          <p:cNvPr id="241" name="Google Shape;241;p19"/>
          <p:cNvSpPr/>
          <p:nvPr/>
        </p:nvSpPr>
        <p:spPr>
          <a:xfrm>
            <a:off x="4898537" y="6100"/>
            <a:ext cx="1059000" cy="950700"/>
          </a:xfrm>
          <a:prstGeom prst="snip2DiagRect">
            <a:avLst>
              <a:gd fmla="val 0" name="adj1"/>
              <a:gd fmla="val 50000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242" name="Google Shape;242;p19"/>
          <p:cNvSpPr/>
          <p:nvPr/>
        </p:nvSpPr>
        <p:spPr>
          <a:xfrm>
            <a:off x="5962868" y="6100"/>
            <a:ext cx="2115000" cy="950700"/>
          </a:xfrm>
          <a:prstGeom prst="snip2DiagRect">
            <a:avLst>
              <a:gd fmla="val 0" name="adj1"/>
              <a:gd fmla="val 50000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243" name="Google Shape;243;p19"/>
          <p:cNvSpPr/>
          <p:nvPr/>
        </p:nvSpPr>
        <p:spPr>
          <a:xfrm>
            <a:off x="8077928" y="6100"/>
            <a:ext cx="1059000" cy="950700"/>
          </a:xfrm>
          <a:prstGeom prst="snip2DiagRect">
            <a:avLst>
              <a:gd fmla="val 0" name="adj1"/>
              <a:gd fmla="val 50000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244" name="Google Shape;244;p19"/>
          <p:cNvSpPr/>
          <p:nvPr/>
        </p:nvSpPr>
        <p:spPr>
          <a:xfrm>
            <a:off x="3063300" y="6100"/>
            <a:ext cx="1835400" cy="950700"/>
          </a:xfrm>
          <a:prstGeom prst="snip2DiagRect">
            <a:avLst>
              <a:gd fmla="val 0" name="adj1"/>
              <a:gd fmla="val 50000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245" name="Google Shape;245;p19"/>
          <p:cNvSpPr/>
          <p:nvPr>
            <p:ph idx="2" type="pic"/>
          </p:nvPr>
        </p:nvSpPr>
        <p:spPr>
          <a:xfrm>
            <a:off x="228425" y="1992125"/>
            <a:ext cx="1444500" cy="1451400"/>
          </a:xfrm>
          <a:prstGeom prst="rect">
            <a:avLst/>
          </a:prstGeom>
          <a:noFill/>
          <a:ln>
            <a:noFill/>
          </a:ln>
        </p:spPr>
      </p:sp>
      <p:sp>
        <p:nvSpPr>
          <p:cNvPr id="246" name="Google Shape;246;p19"/>
          <p:cNvSpPr/>
          <p:nvPr>
            <p:ph idx="3" type="pic"/>
          </p:nvPr>
        </p:nvSpPr>
        <p:spPr>
          <a:xfrm>
            <a:off x="2039088" y="1992125"/>
            <a:ext cx="1444500" cy="1451400"/>
          </a:xfrm>
          <a:prstGeom prst="rect">
            <a:avLst/>
          </a:prstGeom>
          <a:noFill/>
          <a:ln>
            <a:noFill/>
          </a:ln>
        </p:spPr>
      </p:sp>
      <p:sp>
        <p:nvSpPr>
          <p:cNvPr id="247" name="Google Shape;247;p19"/>
          <p:cNvSpPr/>
          <p:nvPr>
            <p:ph idx="4" type="pic"/>
          </p:nvPr>
        </p:nvSpPr>
        <p:spPr>
          <a:xfrm>
            <a:off x="3849663" y="1992125"/>
            <a:ext cx="1444500" cy="1451400"/>
          </a:xfrm>
          <a:prstGeom prst="rect">
            <a:avLst/>
          </a:prstGeom>
          <a:noFill/>
          <a:ln>
            <a:noFill/>
          </a:ln>
        </p:spPr>
      </p:sp>
      <p:sp>
        <p:nvSpPr>
          <p:cNvPr id="248" name="Google Shape;248;p19"/>
          <p:cNvSpPr/>
          <p:nvPr>
            <p:ph idx="5" type="pic"/>
          </p:nvPr>
        </p:nvSpPr>
        <p:spPr>
          <a:xfrm>
            <a:off x="5660238" y="1992125"/>
            <a:ext cx="1444500" cy="1451400"/>
          </a:xfrm>
          <a:prstGeom prst="rect">
            <a:avLst/>
          </a:prstGeom>
          <a:noFill/>
          <a:ln>
            <a:noFill/>
          </a:ln>
        </p:spPr>
      </p:sp>
      <p:sp>
        <p:nvSpPr>
          <p:cNvPr id="249" name="Google Shape;249;p19"/>
          <p:cNvSpPr/>
          <p:nvPr>
            <p:ph idx="6" type="pic"/>
          </p:nvPr>
        </p:nvSpPr>
        <p:spPr>
          <a:xfrm>
            <a:off x="7470738" y="1992125"/>
            <a:ext cx="1444500" cy="1451400"/>
          </a:xfrm>
          <a:prstGeom prst="rect">
            <a:avLst/>
          </a:prstGeom>
          <a:noFill/>
          <a:ln>
            <a:noFill/>
          </a:ln>
        </p:spPr>
      </p:sp>
      <p:sp>
        <p:nvSpPr>
          <p:cNvPr id="250" name="Google Shape;250;p19"/>
          <p:cNvSpPr txBox="1"/>
          <p:nvPr>
            <p:ph idx="1" type="subTitle"/>
          </p:nvPr>
        </p:nvSpPr>
        <p:spPr>
          <a:xfrm>
            <a:off x="326700" y="1279442"/>
            <a:ext cx="1205400" cy="3015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"/>
              <a:buNone/>
              <a:defRPr b="1"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51" name="Google Shape;251;p19"/>
          <p:cNvSpPr txBox="1"/>
          <p:nvPr>
            <p:ph idx="7" type="subTitle"/>
          </p:nvPr>
        </p:nvSpPr>
        <p:spPr>
          <a:xfrm>
            <a:off x="326700" y="1600442"/>
            <a:ext cx="1272600" cy="233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9pPr>
          </a:lstStyle>
          <a:p/>
        </p:txBody>
      </p:sp>
      <p:sp>
        <p:nvSpPr>
          <p:cNvPr id="252" name="Google Shape;252;p19"/>
          <p:cNvSpPr txBox="1"/>
          <p:nvPr>
            <p:ph idx="8" type="subTitle"/>
          </p:nvPr>
        </p:nvSpPr>
        <p:spPr>
          <a:xfrm>
            <a:off x="2125163" y="1279442"/>
            <a:ext cx="1205400" cy="3015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b="1"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53" name="Google Shape;253;p19"/>
          <p:cNvSpPr txBox="1"/>
          <p:nvPr>
            <p:ph idx="9" type="subTitle"/>
          </p:nvPr>
        </p:nvSpPr>
        <p:spPr>
          <a:xfrm>
            <a:off x="2125163" y="1600442"/>
            <a:ext cx="1272600" cy="233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9pPr>
          </a:lstStyle>
          <a:p/>
        </p:txBody>
      </p:sp>
      <p:sp>
        <p:nvSpPr>
          <p:cNvPr id="254" name="Google Shape;254;p19"/>
          <p:cNvSpPr txBox="1"/>
          <p:nvPr>
            <p:ph idx="13" type="subTitle"/>
          </p:nvPr>
        </p:nvSpPr>
        <p:spPr>
          <a:xfrm>
            <a:off x="3935663" y="1279442"/>
            <a:ext cx="1205400" cy="3015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"/>
              <a:buNone/>
              <a:defRPr b="1"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55" name="Google Shape;255;p19"/>
          <p:cNvSpPr txBox="1"/>
          <p:nvPr>
            <p:ph idx="14" type="subTitle"/>
          </p:nvPr>
        </p:nvSpPr>
        <p:spPr>
          <a:xfrm>
            <a:off x="3935663" y="1600442"/>
            <a:ext cx="1272600" cy="233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9pPr>
          </a:lstStyle>
          <a:p/>
        </p:txBody>
      </p:sp>
      <p:sp>
        <p:nvSpPr>
          <p:cNvPr id="256" name="Google Shape;256;p19"/>
          <p:cNvSpPr txBox="1"/>
          <p:nvPr>
            <p:ph idx="15" type="subTitle"/>
          </p:nvPr>
        </p:nvSpPr>
        <p:spPr>
          <a:xfrm>
            <a:off x="5746188" y="1279442"/>
            <a:ext cx="1205400" cy="3015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"/>
              <a:buNone/>
              <a:defRPr b="1"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57" name="Google Shape;257;p19"/>
          <p:cNvSpPr txBox="1"/>
          <p:nvPr>
            <p:ph idx="16" type="subTitle"/>
          </p:nvPr>
        </p:nvSpPr>
        <p:spPr>
          <a:xfrm>
            <a:off x="5746188" y="1600442"/>
            <a:ext cx="1272600" cy="233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9pPr>
          </a:lstStyle>
          <a:p/>
        </p:txBody>
      </p:sp>
      <p:sp>
        <p:nvSpPr>
          <p:cNvPr id="258" name="Google Shape;258;p19"/>
          <p:cNvSpPr txBox="1"/>
          <p:nvPr>
            <p:ph idx="17" type="subTitle"/>
          </p:nvPr>
        </p:nvSpPr>
        <p:spPr>
          <a:xfrm>
            <a:off x="7556713" y="1279442"/>
            <a:ext cx="1205400" cy="3015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"/>
              <a:buNone/>
              <a:defRPr b="1"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59" name="Google Shape;259;p19"/>
          <p:cNvSpPr txBox="1"/>
          <p:nvPr>
            <p:ph idx="18" type="subTitle"/>
          </p:nvPr>
        </p:nvSpPr>
        <p:spPr>
          <a:xfrm>
            <a:off x="7556713" y="1600442"/>
            <a:ext cx="1272600" cy="233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9pPr>
          </a:lstStyle>
          <a:p/>
        </p:txBody>
      </p:sp>
      <p:sp>
        <p:nvSpPr>
          <p:cNvPr id="260" name="Google Shape;260;p19"/>
          <p:cNvSpPr txBox="1"/>
          <p:nvPr>
            <p:ph idx="19" type="body"/>
          </p:nvPr>
        </p:nvSpPr>
        <p:spPr>
          <a:xfrm>
            <a:off x="228675" y="3618600"/>
            <a:ext cx="1444500" cy="1065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9pPr>
          </a:lstStyle>
          <a:p/>
        </p:txBody>
      </p:sp>
      <p:sp>
        <p:nvSpPr>
          <p:cNvPr id="261" name="Google Shape;261;p19"/>
          <p:cNvSpPr txBox="1"/>
          <p:nvPr>
            <p:ph idx="20" type="body"/>
          </p:nvPr>
        </p:nvSpPr>
        <p:spPr>
          <a:xfrm>
            <a:off x="2039100" y="3618600"/>
            <a:ext cx="1444500" cy="1065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9pPr>
          </a:lstStyle>
          <a:p/>
        </p:txBody>
      </p:sp>
      <p:sp>
        <p:nvSpPr>
          <p:cNvPr id="262" name="Google Shape;262;p19"/>
          <p:cNvSpPr txBox="1"/>
          <p:nvPr>
            <p:ph idx="21" type="body"/>
          </p:nvPr>
        </p:nvSpPr>
        <p:spPr>
          <a:xfrm>
            <a:off x="3849525" y="3618600"/>
            <a:ext cx="1444500" cy="1065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indent="-2794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2pPr>
            <a:lvl3pPr indent="-2794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  <p:sp>
        <p:nvSpPr>
          <p:cNvPr id="263" name="Google Shape;263;p19"/>
          <p:cNvSpPr txBox="1"/>
          <p:nvPr>
            <p:ph idx="22" type="body"/>
          </p:nvPr>
        </p:nvSpPr>
        <p:spPr>
          <a:xfrm>
            <a:off x="5659950" y="3618600"/>
            <a:ext cx="1444500" cy="1065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9pPr>
          </a:lstStyle>
          <a:p/>
        </p:txBody>
      </p:sp>
      <p:sp>
        <p:nvSpPr>
          <p:cNvPr id="264" name="Google Shape;264;p19"/>
          <p:cNvSpPr txBox="1"/>
          <p:nvPr>
            <p:ph idx="23" type="body"/>
          </p:nvPr>
        </p:nvSpPr>
        <p:spPr>
          <a:xfrm>
            <a:off x="7470375" y="3618600"/>
            <a:ext cx="1444500" cy="1065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BLANK_1_1_1_1"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20"/>
          <p:cNvSpPr txBox="1"/>
          <p:nvPr>
            <p:ph type="title"/>
          </p:nvPr>
        </p:nvSpPr>
        <p:spPr>
          <a:xfrm>
            <a:off x="228600" y="420017"/>
            <a:ext cx="6480300" cy="587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ive blocks">
  <p:cSld name="BLANK_1_1_1_1_3"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21"/>
          <p:cNvSpPr txBox="1"/>
          <p:nvPr>
            <p:ph idx="1" type="subTitle"/>
          </p:nvPr>
        </p:nvSpPr>
        <p:spPr>
          <a:xfrm>
            <a:off x="424600" y="1730976"/>
            <a:ext cx="2484300" cy="19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b="1" sz="12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69" name="Google Shape;269;p21"/>
          <p:cNvSpPr txBox="1"/>
          <p:nvPr>
            <p:ph idx="2" type="body"/>
          </p:nvPr>
        </p:nvSpPr>
        <p:spPr>
          <a:xfrm>
            <a:off x="424600" y="1984850"/>
            <a:ext cx="2466300" cy="959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9pPr>
          </a:lstStyle>
          <a:p/>
        </p:txBody>
      </p:sp>
      <p:sp>
        <p:nvSpPr>
          <p:cNvPr id="270" name="Google Shape;270;p21"/>
          <p:cNvSpPr txBox="1"/>
          <p:nvPr>
            <p:ph idx="3" type="subTitle"/>
          </p:nvPr>
        </p:nvSpPr>
        <p:spPr>
          <a:xfrm>
            <a:off x="3329688" y="1730976"/>
            <a:ext cx="2484300" cy="19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b="1" sz="12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71" name="Google Shape;271;p21"/>
          <p:cNvSpPr txBox="1"/>
          <p:nvPr>
            <p:ph idx="4" type="body"/>
          </p:nvPr>
        </p:nvSpPr>
        <p:spPr>
          <a:xfrm>
            <a:off x="3329688" y="1984850"/>
            <a:ext cx="2466300" cy="959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9pPr>
          </a:lstStyle>
          <a:p/>
        </p:txBody>
      </p:sp>
      <p:sp>
        <p:nvSpPr>
          <p:cNvPr id="272" name="Google Shape;272;p21"/>
          <p:cNvSpPr txBox="1"/>
          <p:nvPr>
            <p:ph idx="5" type="subTitle"/>
          </p:nvPr>
        </p:nvSpPr>
        <p:spPr>
          <a:xfrm>
            <a:off x="6237091" y="1730976"/>
            <a:ext cx="2484300" cy="19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b="1" sz="12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73" name="Google Shape;273;p21"/>
          <p:cNvSpPr txBox="1"/>
          <p:nvPr>
            <p:ph idx="6" type="body"/>
          </p:nvPr>
        </p:nvSpPr>
        <p:spPr>
          <a:xfrm>
            <a:off x="6237091" y="1984850"/>
            <a:ext cx="2466300" cy="959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9pPr>
          </a:lstStyle>
          <a:p/>
        </p:txBody>
      </p:sp>
      <p:sp>
        <p:nvSpPr>
          <p:cNvPr id="274" name="Google Shape;274;p21"/>
          <p:cNvSpPr txBox="1"/>
          <p:nvPr>
            <p:ph type="title"/>
          </p:nvPr>
        </p:nvSpPr>
        <p:spPr>
          <a:xfrm>
            <a:off x="228600" y="420025"/>
            <a:ext cx="4817700" cy="587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/>
        </p:txBody>
      </p:sp>
      <p:sp>
        <p:nvSpPr>
          <p:cNvPr id="275" name="Google Shape;275;p21"/>
          <p:cNvSpPr txBox="1"/>
          <p:nvPr>
            <p:ph idx="7" type="subTitle"/>
          </p:nvPr>
        </p:nvSpPr>
        <p:spPr>
          <a:xfrm>
            <a:off x="424600" y="3474395"/>
            <a:ext cx="2484300" cy="19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b="1" sz="12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76" name="Google Shape;276;p21"/>
          <p:cNvSpPr txBox="1"/>
          <p:nvPr>
            <p:ph idx="8" type="body"/>
          </p:nvPr>
        </p:nvSpPr>
        <p:spPr>
          <a:xfrm>
            <a:off x="424600" y="3724325"/>
            <a:ext cx="3718800" cy="41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9pPr>
          </a:lstStyle>
          <a:p/>
        </p:txBody>
      </p:sp>
      <p:sp>
        <p:nvSpPr>
          <p:cNvPr id="277" name="Google Shape;277;p21"/>
          <p:cNvSpPr txBox="1"/>
          <p:nvPr>
            <p:ph idx="9" type="subTitle"/>
          </p:nvPr>
        </p:nvSpPr>
        <p:spPr>
          <a:xfrm>
            <a:off x="4815675" y="3474395"/>
            <a:ext cx="2484300" cy="19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b="1" sz="12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78" name="Google Shape;278;p21"/>
          <p:cNvSpPr txBox="1"/>
          <p:nvPr>
            <p:ph idx="13" type="body"/>
          </p:nvPr>
        </p:nvSpPr>
        <p:spPr>
          <a:xfrm>
            <a:off x="4815675" y="3724325"/>
            <a:ext cx="3718800" cy="41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eatures">
  <p:cSld name="BLANK_1_1_1_1_2"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22"/>
          <p:cNvSpPr txBox="1"/>
          <p:nvPr>
            <p:ph type="title"/>
          </p:nvPr>
        </p:nvSpPr>
        <p:spPr>
          <a:xfrm>
            <a:off x="228600" y="420017"/>
            <a:ext cx="6480300" cy="587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/>
        </p:txBody>
      </p:sp>
      <p:sp>
        <p:nvSpPr>
          <p:cNvPr id="281" name="Google Shape;281;p22"/>
          <p:cNvSpPr/>
          <p:nvPr>
            <p:ph idx="2" type="pic"/>
          </p:nvPr>
        </p:nvSpPr>
        <p:spPr>
          <a:xfrm>
            <a:off x="1446025" y="1291825"/>
            <a:ext cx="1232400" cy="1283100"/>
          </a:xfrm>
          <a:prstGeom prst="snip1Rect">
            <a:avLst>
              <a:gd fmla="val 44296" name="adj"/>
            </a:avLst>
          </a:prstGeom>
          <a:noFill/>
          <a:ln>
            <a:noFill/>
          </a:ln>
        </p:spPr>
      </p:sp>
      <p:sp>
        <p:nvSpPr>
          <p:cNvPr id="282" name="Google Shape;282;p22"/>
          <p:cNvSpPr/>
          <p:nvPr>
            <p:ph idx="3" type="pic"/>
          </p:nvPr>
        </p:nvSpPr>
        <p:spPr>
          <a:xfrm>
            <a:off x="6526650" y="1291825"/>
            <a:ext cx="1232400" cy="1283100"/>
          </a:xfrm>
          <a:prstGeom prst="snip1Rect">
            <a:avLst>
              <a:gd fmla="val 44296" name="adj"/>
            </a:avLst>
          </a:prstGeom>
          <a:noFill/>
          <a:ln>
            <a:noFill/>
          </a:ln>
        </p:spPr>
      </p:sp>
      <p:sp>
        <p:nvSpPr>
          <p:cNvPr id="283" name="Google Shape;283;p22"/>
          <p:cNvSpPr/>
          <p:nvPr>
            <p:ph idx="4" type="pic"/>
          </p:nvPr>
        </p:nvSpPr>
        <p:spPr>
          <a:xfrm>
            <a:off x="3982125" y="2570200"/>
            <a:ext cx="1232400" cy="1292100"/>
          </a:xfrm>
          <a:prstGeom prst="snip1Rect">
            <a:avLst>
              <a:gd fmla="val 44296" name="adj"/>
            </a:avLst>
          </a:prstGeom>
          <a:noFill/>
          <a:ln>
            <a:noFill/>
          </a:ln>
        </p:spPr>
      </p:sp>
      <p:sp>
        <p:nvSpPr>
          <p:cNvPr id="284" name="Google Shape;284;p22"/>
          <p:cNvSpPr txBox="1"/>
          <p:nvPr>
            <p:ph idx="1" type="subTitle"/>
          </p:nvPr>
        </p:nvSpPr>
        <p:spPr>
          <a:xfrm>
            <a:off x="228477" y="2667425"/>
            <a:ext cx="1947300" cy="3015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b="1"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285" name="Google Shape;285;p22"/>
          <p:cNvSpPr txBox="1"/>
          <p:nvPr>
            <p:ph idx="5" type="subTitle"/>
          </p:nvPr>
        </p:nvSpPr>
        <p:spPr>
          <a:xfrm>
            <a:off x="228475" y="3167625"/>
            <a:ext cx="2195100" cy="690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9pPr>
          </a:lstStyle>
          <a:p/>
        </p:txBody>
      </p:sp>
      <p:sp>
        <p:nvSpPr>
          <p:cNvPr id="286" name="Google Shape;286;p22"/>
          <p:cNvSpPr txBox="1"/>
          <p:nvPr>
            <p:ph idx="6" type="subTitle"/>
          </p:nvPr>
        </p:nvSpPr>
        <p:spPr>
          <a:xfrm>
            <a:off x="2833342" y="3971788"/>
            <a:ext cx="1947300" cy="3015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7" name="Google Shape;287;p22"/>
          <p:cNvSpPr txBox="1"/>
          <p:nvPr>
            <p:ph idx="7" type="subTitle"/>
          </p:nvPr>
        </p:nvSpPr>
        <p:spPr>
          <a:xfrm>
            <a:off x="2833350" y="4471996"/>
            <a:ext cx="2195100" cy="440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9pPr>
          </a:lstStyle>
          <a:p/>
        </p:txBody>
      </p:sp>
      <p:sp>
        <p:nvSpPr>
          <p:cNvPr id="288" name="Google Shape;288;p22"/>
          <p:cNvSpPr txBox="1"/>
          <p:nvPr>
            <p:ph idx="8" type="subTitle"/>
          </p:nvPr>
        </p:nvSpPr>
        <p:spPr>
          <a:xfrm>
            <a:off x="5382242" y="2686145"/>
            <a:ext cx="1947300" cy="3015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b="1"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289" name="Google Shape;289;p22"/>
          <p:cNvSpPr txBox="1"/>
          <p:nvPr>
            <p:ph idx="9" type="subTitle"/>
          </p:nvPr>
        </p:nvSpPr>
        <p:spPr>
          <a:xfrm>
            <a:off x="5382250" y="3186352"/>
            <a:ext cx="2195100" cy="440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9pPr>
          </a:lstStyle>
          <a:p/>
        </p:txBody>
      </p:sp>
      <p:sp>
        <p:nvSpPr>
          <p:cNvPr id="290" name="Google Shape;290;p22"/>
          <p:cNvSpPr txBox="1"/>
          <p:nvPr>
            <p:ph idx="13" type="subTitle"/>
          </p:nvPr>
        </p:nvSpPr>
        <p:spPr>
          <a:xfrm>
            <a:off x="2418550" y="2576525"/>
            <a:ext cx="256500" cy="27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Red Hat Display Medium"/>
              <a:buNone/>
              <a:defRPr sz="500"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91" name="Google Shape;291;p22"/>
          <p:cNvSpPr txBox="1"/>
          <p:nvPr>
            <p:ph idx="14" type="subTitle"/>
          </p:nvPr>
        </p:nvSpPr>
        <p:spPr>
          <a:xfrm>
            <a:off x="4958025" y="3866186"/>
            <a:ext cx="256500" cy="27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Red Hat Display Medium"/>
              <a:buNone/>
              <a:defRPr sz="500"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92" name="Google Shape;292;p22"/>
          <p:cNvSpPr txBox="1"/>
          <p:nvPr>
            <p:ph idx="15" type="subTitle"/>
          </p:nvPr>
        </p:nvSpPr>
        <p:spPr>
          <a:xfrm>
            <a:off x="7502550" y="2578054"/>
            <a:ext cx="256500" cy="27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Red Hat Display Medium"/>
              <a:buNone/>
              <a:defRPr sz="500"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cards">
  <p:cSld name="CUSTOM_2"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4" name="Google Shape;294;p23"/>
          <p:cNvPicPr preferRelativeResize="0"/>
          <p:nvPr/>
        </p:nvPicPr>
        <p:blipFill rotWithShape="1">
          <a:blip r:embed="rId2">
            <a:alphaModFix/>
          </a:blip>
          <a:srcRect b="7467" l="0" r="17931" t="6703"/>
          <a:stretch/>
        </p:blipFill>
        <p:spPr>
          <a:xfrm>
            <a:off x="5425450" y="0"/>
            <a:ext cx="3718549" cy="4097924"/>
          </a:xfrm>
          <a:prstGeom prst="rect">
            <a:avLst/>
          </a:prstGeom>
          <a:noFill/>
          <a:ln>
            <a:noFill/>
          </a:ln>
        </p:spPr>
      </p:pic>
      <p:sp>
        <p:nvSpPr>
          <p:cNvPr id="295" name="Google Shape;295;p23"/>
          <p:cNvSpPr txBox="1"/>
          <p:nvPr>
            <p:ph type="title"/>
          </p:nvPr>
        </p:nvSpPr>
        <p:spPr>
          <a:xfrm>
            <a:off x="228600" y="420017"/>
            <a:ext cx="6480300" cy="587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/>
        </p:txBody>
      </p:sp>
      <p:sp>
        <p:nvSpPr>
          <p:cNvPr id="296" name="Google Shape;296;p23"/>
          <p:cNvSpPr txBox="1"/>
          <p:nvPr>
            <p:ph idx="1" type="subTitle"/>
          </p:nvPr>
        </p:nvSpPr>
        <p:spPr>
          <a:xfrm>
            <a:off x="540525" y="1771575"/>
            <a:ext cx="2325000" cy="587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9pPr>
          </a:lstStyle>
          <a:p/>
        </p:txBody>
      </p:sp>
      <p:sp>
        <p:nvSpPr>
          <p:cNvPr id="297" name="Google Shape;297;p23"/>
          <p:cNvSpPr txBox="1"/>
          <p:nvPr>
            <p:ph idx="2" type="subTitle"/>
          </p:nvPr>
        </p:nvSpPr>
        <p:spPr>
          <a:xfrm>
            <a:off x="540525" y="2628017"/>
            <a:ext cx="2199000" cy="587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9pPr>
          </a:lstStyle>
          <a:p/>
        </p:txBody>
      </p:sp>
      <p:sp>
        <p:nvSpPr>
          <p:cNvPr id="298" name="Google Shape;298;p23"/>
          <p:cNvSpPr txBox="1"/>
          <p:nvPr>
            <p:ph idx="3" type="subTitle"/>
          </p:nvPr>
        </p:nvSpPr>
        <p:spPr>
          <a:xfrm>
            <a:off x="3466575" y="1771575"/>
            <a:ext cx="2325000" cy="587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Red Hat Display"/>
              <a:buNone/>
              <a:defRPr sz="1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ed Hat Display"/>
              <a:buNone/>
              <a:defRPr sz="12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ed Hat Display"/>
              <a:buNone/>
              <a:defRPr sz="12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ed Hat Display"/>
              <a:buNone/>
              <a:defRPr sz="12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ed Hat Display"/>
              <a:buNone/>
              <a:defRPr sz="12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ed Hat Display"/>
              <a:buNone/>
              <a:defRPr sz="12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ed Hat Display"/>
              <a:buNone/>
              <a:defRPr sz="12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ed Hat Display"/>
              <a:buNone/>
              <a:defRPr sz="12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ed Hat Display"/>
              <a:buNone/>
              <a:defRPr sz="1200"/>
            </a:lvl9pPr>
          </a:lstStyle>
          <a:p/>
        </p:txBody>
      </p:sp>
      <p:sp>
        <p:nvSpPr>
          <p:cNvPr id="299" name="Google Shape;299;p23"/>
          <p:cNvSpPr txBox="1"/>
          <p:nvPr>
            <p:ph idx="4" type="subTitle"/>
          </p:nvPr>
        </p:nvSpPr>
        <p:spPr>
          <a:xfrm>
            <a:off x="3466575" y="2628017"/>
            <a:ext cx="2199000" cy="587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9pPr>
          </a:lstStyle>
          <a:p/>
        </p:txBody>
      </p:sp>
      <p:sp>
        <p:nvSpPr>
          <p:cNvPr id="300" name="Google Shape;300;p23"/>
          <p:cNvSpPr txBox="1"/>
          <p:nvPr>
            <p:ph idx="5" type="subTitle"/>
          </p:nvPr>
        </p:nvSpPr>
        <p:spPr>
          <a:xfrm>
            <a:off x="6392625" y="1771575"/>
            <a:ext cx="2325000" cy="587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9pPr>
          </a:lstStyle>
          <a:p/>
        </p:txBody>
      </p:sp>
      <p:sp>
        <p:nvSpPr>
          <p:cNvPr id="301" name="Google Shape;301;p23"/>
          <p:cNvSpPr txBox="1"/>
          <p:nvPr>
            <p:ph idx="6" type="subTitle"/>
          </p:nvPr>
        </p:nvSpPr>
        <p:spPr>
          <a:xfrm>
            <a:off x="6392625" y="2628017"/>
            <a:ext cx="2199000" cy="587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w/ 3 ideas">
  <p:cSld name="CUSTOM_3"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3" name="Google Shape;303;p24"/>
          <p:cNvPicPr preferRelativeResize="0"/>
          <p:nvPr/>
        </p:nvPicPr>
        <p:blipFill rotWithShape="1">
          <a:blip r:embed="rId2">
            <a:alphaModFix/>
          </a:blip>
          <a:srcRect b="15068" l="14900" r="18070" t="15235"/>
          <a:stretch/>
        </p:blipFill>
        <p:spPr>
          <a:xfrm>
            <a:off x="2750850" y="1538351"/>
            <a:ext cx="1791900" cy="2175997"/>
          </a:xfrm>
          <a:prstGeom prst="rect">
            <a:avLst/>
          </a:prstGeom>
          <a:noFill/>
          <a:ln>
            <a:noFill/>
          </a:ln>
        </p:spPr>
      </p:pic>
      <p:sp>
        <p:nvSpPr>
          <p:cNvPr id="304" name="Google Shape;304;p24"/>
          <p:cNvSpPr/>
          <p:nvPr/>
        </p:nvSpPr>
        <p:spPr>
          <a:xfrm rot="10800000">
            <a:off x="2020350" y="3151875"/>
            <a:ext cx="2509500" cy="1216800"/>
          </a:xfrm>
          <a:prstGeom prst="roundRect">
            <a:avLst>
              <a:gd fmla="val 0" name="adj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700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305" name="Google Shape;305;p24"/>
          <p:cNvSpPr txBox="1"/>
          <p:nvPr>
            <p:ph type="title"/>
          </p:nvPr>
        </p:nvSpPr>
        <p:spPr>
          <a:xfrm>
            <a:off x="228600" y="420025"/>
            <a:ext cx="4296300" cy="587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/>
        </p:txBody>
      </p:sp>
      <p:sp>
        <p:nvSpPr>
          <p:cNvPr id="306" name="Google Shape;306;p24"/>
          <p:cNvSpPr/>
          <p:nvPr>
            <p:ph idx="2" type="pic"/>
          </p:nvPr>
        </p:nvSpPr>
        <p:spPr>
          <a:xfrm>
            <a:off x="228425" y="2450950"/>
            <a:ext cx="1791900" cy="1917600"/>
          </a:xfrm>
          <a:prstGeom prst="rect">
            <a:avLst/>
          </a:prstGeom>
          <a:noFill/>
          <a:ln>
            <a:noFill/>
          </a:ln>
        </p:spPr>
      </p:sp>
      <p:sp>
        <p:nvSpPr>
          <p:cNvPr id="307" name="Google Shape;307;p24"/>
          <p:cNvSpPr txBox="1"/>
          <p:nvPr>
            <p:ph idx="1" type="subTitle"/>
          </p:nvPr>
        </p:nvSpPr>
        <p:spPr>
          <a:xfrm>
            <a:off x="2150204" y="3212736"/>
            <a:ext cx="1636500" cy="3015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b="1" sz="12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08" name="Google Shape;308;p24"/>
          <p:cNvSpPr txBox="1"/>
          <p:nvPr>
            <p:ph idx="3" type="subTitle"/>
          </p:nvPr>
        </p:nvSpPr>
        <p:spPr>
          <a:xfrm>
            <a:off x="2150200" y="3668125"/>
            <a:ext cx="2261100" cy="587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9pPr>
          </a:lstStyle>
          <a:p/>
        </p:txBody>
      </p:sp>
      <p:sp>
        <p:nvSpPr>
          <p:cNvPr id="309" name="Google Shape;309;p24"/>
          <p:cNvSpPr txBox="1"/>
          <p:nvPr>
            <p:ph idx="4" type="subTitle"/>
          </p:nvPr>
        </p:nvSpPr>
        <p:spPr>
          <a:xfrm>
            <a:off x="6122828" y="399200"/>
            <a:ext cx="2792700" cy="3015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310" name="Google Shape;310;p24"/>
          <p:cNvSpPr txBox="1"/>
          <p:nvPr>
            <p:ph idx="5" type="subTitle"/>
          </p:nvPr>
        </p:nvSpPr>
        <p:spPr>
          <a:xfrm>
            <a:off x="6122827" y="837400"/>
            <a:ext cx="2792700" cy="587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9pPr>
          </a:lstStyle>
          <a:p/>
        </p:txBody>
      </p:sp>
      <p:sp>
        <p:nvSpPr>
          <p:cNvPr id="311" name="Google Shape;311;p24"/>
          <p:cNvSpPr txBox="1"/>
          <p:nvPr>
            <p:ph idx="6" type="subTitle"/>
          </p:nvPr>
        </p:nvSpPr>
        <p:spPr>
          <a:xfrm>
            <a:off x="6122828" y="1964891"/>
            <a:ext cx="2792700" cy="3015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312" name="Google Shape;312;p24"/>
          <p:cNvSpPr txBox="1"/>
          <p:nvPr>
            <p:ph idx="7" type="subTitle"/>
          </p:nvPr>
        </p:nvSpPr>
        <p:spPr>
          <a:xfrm>
            <a:off x="6122827" y="2403091"/>
            <a:ext cx="2792700" cy="587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9pPr>
          </a:lstStyle>
          <a:p/>
        </p:txBody>
      </p:sp>
      <p:sp>
        <p:nvSpPr>
          <p:cNvPr id="313" name="Google Shape;313;p24"/>
          <p:cNvSpPr txBox="1"/>
          <p:nvPr>
            <p:ph idx="8" type="subTitle"/>
          </p:nvPr>
        </p:nvSpPr>
        <p:spPr>
          <a:xfrm>
            <a:off x="6122828" y="3532866"/>
            <a:ext cx="2792700" cy="3015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314" name="Google Shape;314;p24"/>
          <p:cNvSpPr txBox="1"/>
          <p:nvPr>
            <p:ph idx="9" type="subTitle"/>
          </p:nvPr>
        </p:nvSpPr>
        <p:spPr>
          <a:xfrm>
            <a:off x="6122827" y="3971066"/>
            <a:ext cx="2792700" cy="587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ideas">
  <p:cSld name="CUSTOM_4"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25"/>
          <p:cNvSpPr txBox="1"/>
          <p:nvPr>
            <p:ph idx="1" type="subTitle"/>
          </p:nvPr>
        </p:nvSpPr>
        <p:spPr>
          <a:xfrm>
            <a:off x="4590850" y="2481900"/>
            <a:ext cx="1222800" cy="3705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Font typeface="Red Hat Display Medium"/>
              <a:buNone/>
              <a:defRPr sz="10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7" name="Google Shape;317;p25"/>
          <p:cNvSpPr txBox="1"/>
          <p:nvPr>
            <p:ph idx="2" type="subTitle"/>
          </p:nvPr>
        </p:nvSpPr>
        <p:spPr>
          <a:xfrm>
            <a:off x="4590850" y="3812700"/>
            <a:ext cx="1222800" cy="370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Medium"/>
              <a:buNone/>
              <a:defRPr sz="10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318" name="Google Shape;318;p25"/>
          <p:cNvSpPr txBox="1"/>
          <p:nvPr>
            <p:ph idx="3" type="subTitle"/>
          </p:nvPr>
        </p:nvSpPr>
        <p:spPr>
          <a:xfrm>
            <a:off x="4590850" y="1151100"/>
            <a:ext cx="1222800" cy="370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Medium"/>
              <a:buNone/>
              <a:defRPr sz="10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319" name="Google Shape;319;p25"/>
          <p:cNvSpPr txBox="1"/>
          <p:nvPr>
            <p:ph type="title"/>
          </p:nvPr>
        </p:nvSpPr>
        <p:spPr>
          <a:xfrm>
            <a:off x="228600" y="420025"/>
            <a:ext cx="2926200" cy="587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/>
        </p:txBody>
      </p:sp>
      <p:sp>
        <p:nvSpPr>
          <p:cNvPr id="320" name="Google Shape;320;p25"/>
          <p:cNvSpPr/>
          <p:nvPr/>
        </p:nvSpPr>
        <p:spPr>
          <a:xfrm>
            <a:off x="3849550" y="1151100"/>
            <a:ext cx="741300" cy="1330800"/>
          </a:xfrm>
          <a:prstGeom prst="snip2DiagRect">
            <a:avLst>
              <a:gd fmla="val 0" name="adj1"/>
              <a:gd fmla="val 39159" name="adj2"/>
            </a:avLst>
          </a:prstGeom>
          <a:solidFill>
            <a:schemeClr val="dk1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Red Hat Display SemiBold"/>
              <a:ea typeface="Red Hat Display SemiBold"/>
              <a:cs typeface="Red Hat Display SemiBold"/>
              <a:sym typeface="Red Hat Display SemiBold"/>
            </a:endParaRPr>
          </a:p>
        </p:txBody>
      </p:sp>
      <p:sp>
        <p:nvSpPr>
          <p:cNvPr id="321" name="Google Shape;321;p25"/>
          <p:cNvSpPr/>
          <p:nvPr/>
        </p:nvSpPr>
        <p:spPr>
          <a:xfrm>
            <a:off x="3849550" y="2481900"/>
            <a:ext cx="741300" cy="1330800"/>
          </a:xfrm>
          <a:prstGeom prst="snip2DiagRect">
            <a:avLst>
              <a:gd fmla="val 0" name="adj1"/>
              <a:gd fmla="val 39159" name="adj2"/>
            </a:avLst>
          </a:prstGeom>
          <a:solidFill>
            <a:schemeClr val="dk1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Red Hat Display SemiBold"/>
              <a:ea typeface="Red Hat Display SemiBold"/>
              <a:cs typeface="Red Hat Display SemiBold"/>
              <a:sym typeface="Red Hat Display SemiBold"/>
            </a:endParaRPr>
          </a:p>
        </p:txBody>
      </p:sp>
      <p:sp>
        <p:nvSpPr>
          <p:cNvPr id="322" name="Google Shape;322;p25"/>
          <p:cNvSpPr/>
          <p:nvPr/>
        </p:nvSpPr>
        <p:spPr>
          <a:xfrm>
            <a:off x="3849550" y="-179700"/>
            <a:ext cx="741300" cy="1330800"/>
          </a:xfrm>
          <a:prstGeom prst="snip2DiagRect">
            <a:avLst>
              <a:gd fmla="val 0" name="adj1"/>
              <a:gd fmla="val 39159" name="adj2"/>
            </a:avLst>
          </a:prstGeom>
          <a:solidFill>
            <a:schemeClr val="dk1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Red Hat Display SemiBold"/>
              <a:ea typeface="Red Hat Display SemiBold"/>
              <a:cs typeface="Red Hat Display SemiBold"/>
              <a:sym typeface="Red Hat Display SemiBold"/>
            </a:endParaRPr>
          </a:p>
        </p:txBody>
      </p:sp>
      <p:sp>
        <p:nvSpPr>
          <p:cNvPr id="323" name="Google Shape;323;p25"/>
          <p:cNvSpPr/>
          <p:nvPr/>
        </p:nvSpPr>
        <p:spPr>
          <a:xfrm>
            <a:off x="3849550" y="3812700"/>
            <a:ext cx="741300" cy="1330800"/>
          </a:xfrm>
          <a:prstGeom prst="snip2DiagRect">
            <a:avLst>
              <a:gd fmla="val 0" name="adj1"/>
              <a:gd fmla="val 39159" name="adj2"/>
            </a:avLst>
          </a:prstGeom>
          <a:solidFill>
            <a:schemeClr val="dk1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Red Hat Display SemiBold"/>
              <a:ea typeface="Red Hat Display SemiBold"/>
              <a:cs typeface="Red Hat Display SemiBold"/>
              <a:sym typeface="Red Hat Display SemiBold"/>
            </a:endParaRPr>
          </a:p>
        </p:txBody>
      </p:sp>
      <p:sp>
        <p:nvSpPr>
          <p:cNvPr id="324" name="Google Shape;324;p25"/>
          <p:cNvSpPr txBox="1"/>
          <p:nvPr>
            <p:ph idx="4" type="subTitle"/>
          </p:nvPr>
        </p:nvSpPr>
        <p:spPr>
          <a:xfrm>
            <a:off x="6080700" y="1199945"/>
            <a:ext cx="2834700" cy="587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9pPr>
          </a:lstStyle>
          <a:p/>
        </p:txBody>
      </p:sp>
      <p:sp>
        <p:nvSpPr>
          <p:cNvPr id="325" name="Google Shape;325;p25"/>
          <p:cNvSpPr txBox="1"/>
          <p:nvPr>
            <p:ph idx="5" type="subTitle"/>
          </p:nvPr>
        </p:nvSpPr>
        <p:spPr>
          <a:xfrm>
            <a:off x="6080700" y="2530745"/>
            <a:ext cx="2834700" cy="587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9pPr>
          </a:lstStyle>
          <a:p/>
        </p:txBody>
      </p:sp>
      <p:sp>
        <p:nvSpPr>
          <p:cNvPr id="326" name="Google Shape;326;p25"/>
          <p:cNvSpPr txBox="1"/>
          <p:nvPr>
            <p:ph idx="6" type="subTitle"/>
          </p:nvPr>
        </p:nvSpPr>
        <p:spPr>
          <a:xfrm>
            <a:off x="6080700" y="3861545"/>
            <a:ext cx="2834700" cy="587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 columns w/ text">
  <p:cSld name="CUSTOM_5"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26"/>
          <p:cNvSpPr txBox="1"/>
          <p:nvPr>
            <p:ph type="title"/>
          </p:nvPr>
        </p:nvSpPr>
        <p:spPr>
          <a:xfrm>
            <a:off x="609600" y="724825"/>
            <a:ext cx="4015800" cy="587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/>
        </p:txBody>
      </p:sp>
      <p:sp>
        <p:nvSpPr>
          <p:cNvPr id="329" name="Google Shape;329;p26"/>
          <p:cNvSpPr txBox="1"/>
          <p:nvPr>
            <p:ph idx="1" type="subTitle"/>
          </p:nvPr>
        </p:nvSpPr>
        <p:spPr>
          <a:xfrm>
            <a:off x="229525" y="1803875"/>
            <a:ext cx="1776300" cy="29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30" name="Google Shape;330;p26"/>
          <p:cNvSpPr txBox="1"/>
          <p:nvPr>
            <p:ph idx="2" type="subTitle"/>
          </p:nvPr>
        </p:nvSpPr>
        <p:spPr>
          <a:xfrm>
            <a:off x="2427475" y="1803875"/>
            <a:ext cx="1776300" cy="29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31" name="Google Shape;331;p26"/>
          <p:cNvSpPr txBox="1"/>
          <p:nvPr>
            <p:ph idx="3" type="subTitle"/>
          </p:nvPr>
        </p:nvSpPr>
        <p:spPr>
          <a:xfrm>
            <a:off x="4622700" y="1803875"/>
            <a:ext cx="1776300" cy="290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32" name="Google Shape;332;p26"/>
          <p:cNvSpPr txBox="1"/>
          <p:nvPr>
            <p:ph idx="4" type="subTitle"/>
          </p:nvPr>
        </p:nvSpPr>
        <p:spPr>
          <a:xfrm>
            <a:off x="6813656" y="1803875"/>
            <a:ext cx="1776300" cy="29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33" name="Google Shape;333;p26"/>
          <p:cNvSpPr txBox="1"/>
          <p:nvPr>
            <p:ph idx="5" type="body"/>
          </p:nvPr>
        </p:nvSpPr>
        <p:spPr>
          <a:xfrm>
            <a:off x="561325" y="2353450"/>
            <a:ext cx="1566600" cy="1821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79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9pPr>
          </a:lstStyle>
          <a:p/>
        </p:txBody>
      </p:sp>
      <p:sp>
        <p:nvSpPr>
          <p:cNvPr id="334" name="Google Shape;334;p26"/>
          <p:cNvSpPr txBox="1"/>
          <p:nvPr>
            <p:ph idx="6" type="body"/>
          </p:nvPr>
        </p:nvSpPr>
        <p:spPr>
          <a:xfrm>
            <a:off x="2757388" y="2353450"/>
            <a:ext cx="1566600" cy="1821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79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9pPr>
          </a:lstStyle>
          <a:p/>
        </p:txBody>
      </p:sp>
      <p:sp>
        <p:nvSpPr>
          <p:cNvPr id="335" name="Google Shape;335;p26"/>
          <p:cNvSpPr txBox="1"/>
          <p:nvPr>
            <p:ph idx="7" type="body"/>
          </p:nvPr>
        </p:nvSpPr>
        <p:spPr>
          <a:xfrm>
            <a:off x="4958413" y="2353450"/>
            <a:ext cx="1566600" cy="1821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Font typeface="Red Hat Display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Font typeface="Red Hat Display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Font typeface="Red Hat Display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Font typeface="Red Hat Display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Font typeface="Red Hat Display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Font typeface="Red Hat Display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Font typeface="Red Hat Display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Font typeface="Red Hat Display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Font typeface="Red Hat Display"/>
              <a:buChar char="■"/>
              <a:defRPr sz="800"/>
            </a:lvl9pPr>
          </a:lstStyle>
          <a:p/>
        </p:txBody>
      </p:sp>
      <p:sp>
        <p:nvSpPr>
          <p:cNvPr id="336" name="Google Shape;336;p26"/>
          <p:cNvSpPr txBox="1"/>
          <p:nvPr>
            <p:ph idx="8" type="body"/>
          </p:nvPr>
        </p:nvSpPr>
        <p:spPr>
          <a:xfrm>
            <a:off x="7146863" y="2353450"/>
            <a:ext cx="1566600" cy="1821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79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9pPr>
          </a:lstStyle>
          <a:p/>
        </p:txBody>
      </p:sp>
      <p:sp>
        <p:nvSpPr>
          <p:cNvPr id="337" name="Google Shape;337;p26"/>
          <p:cNvSpPr txBox="1"/>
          <p:nvPr>
            <p:ph idx="9" type="subTitle"/>
          </p:nvPr>
        </p:nvSpPr>
        <p:spPr>
          <a:xfrm>
            <a:off x="609600" y="457200"/>
            <a:ext cx="4015800" cy="264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Red Hat Display"/>
              <a:buNone/>
              <a:defRPr sz="10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338" name="Google Shape;338;p26"/>
          <p:cNvSpPr/>
          <p:nvPr/>
        </p:nvSpPr>
        <p:spPr>
          <a:xfrm>
            <a:off x="225998" y="580123"/>
            <a:ext cx="253800" cy="276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">
  <p:cSld name="CUSTOM_5_2_3"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27"/>
          <p:cNvSpPr txBox="1"/>
          <p:nvPr>
            <p:ph type="title"/>
          </p:nvPr>
        </p:nvSpPr>
        <p:spPr>
          <a:xfrm>
            <a:off x="609600" y="724825"/>
            <a:ext cx="4015800" cy="587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/>
        </p:txBody>
      </p:sp>
      <p:sp>
        <p:nvSpPr>
          <p:cNvPr id="341" name="Google Shape;341;p27"/>
          <p:cNvSpPr txBox="1"/>
          <p:nvPr>
            <p:ph idx="1" type="subTitle"/>
          </p:nvPr>
        </p:nvSpPr>
        <p:spPr>
          <a:xfrm>
            <a:off x="609600" y="457200"/>
            <a:ext cx="4015800" cy="264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Red Hat Display"/>
              <a:buNone/>
              <a:defRPr sz="10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342" name="Google Shape;342;p27"/>
          <p:cNvSpPr/>
          <p:nvPr/>
        </p:nvSpPr>
        <p:spPr>
          <a:xfrm>
            <a:off x="225998" y="580123"/>
            <a:ext cx="253800" cy="276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343" name="Google Shape;343;p27"/>
          <p:cNvSpPr/>
          <p:nvPr/>
        </p:nvSpPr>
        <p:spPr>
          <a:xfrm>
            <a:off x="225998" y="580123"/>
            <a:ext cx="253800" cy="276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344" name="Google Shape;344;p27"/>
          <p:cNvSpPr txBox="1"/>
          <p:nvPr>
            <p:ph idx="2" type="subTitle"/>
          </p:nvPr>
        </p:nvSpPr>
        <p:spPr>
          <a:xfrm>
            <a:off x="1977175" y="1698625"/>
            <a:ext cx="1369500" cy="290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345" name="Google Shape;345;p27"/>
          <p:cNvSpPr txBox="1"/>
          <p:nvPr>
            <p:ph idx="3" type="subTitle"/>
          </p:nvPr>
        </p:nvSpPr>
        <p:spPr>
          <a:xfrm>
            <a:off x="3623185" y="1698625"/>
            <a:ext cx="1369500" cy="290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346" name="Google Shape;346;p27"/>
          <p:cNvSpPr txBox="1"/>
          <p:nvPr>
            <p:ph idx="4" type="subTitle"/>
          </p:nvPr>
        </p:nvSpPr>
        <p:spPr>
          <a:xfrm>
            <a:off x="5465499" y="1698625"/>
            <a:ext cx="1369500" cy="290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347" name="Google Shape;347;p27"/>
          <p:cNvSpPr txBox="1"/>
          <p:nvPr>
            <p:ph idx="5" type="subTitle"/>
          </p:nvPr>
        </p:nvSpPr>
        <p:spPr>
          <a:xfrm>
            <a:off x="385125" y="2200600"/>
            <a:ext cx="1503300" cy="410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348" name="Google Shape;348;p27"/>
          <p:cNvSpPr txBox="1"/>
          <p:nvPr>
            <p:ph idx="6" type="subTitle"/>
          </p:nvPr>
        </p:nvSpPr>
        <p:spPr>
          <a:xfrm>
            <a:off x="385125" y="2610850"/>
            <a:ext cx="1503300" cy="410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349" name="Google Shape;349;p27"/>
          <p:cNvSpPr txBox="1"/>
          <p:nvPr>
            <p:ph idx="7" type="subTitle"/>
          </p:nvPr>
        </p:nvSpPr>
        <p:spPr>
          <a:xfrm>
            <a:off x="385125" y="3024075"/>
            <a:ext cx="1503300" cy="410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350" name="Google Shape;350;p27"/>
          <p:cNvSpPr txBox="1"/>
          <p:nvPr>
            <p:ph idx="8" type="subTitle"/>
          </p:nvPr>
        </p:nvSpPr>
        <p:spPr>
          <a:xfrm>
            <a:off x="385125" y="3429650"/>
            <a:ext cx="1503300" cy="410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351" name="Google Shape;351;p27"/>
          <p:cNvSpPr txBox="1"/>
          <p:nvPr>
            <p:ph idx="9" type="subTitle"/>
          </p:nvPr>
        </p:nvSpPr>
        <p:spPr>
          <a:xfrm>
            <a:off x="385125" y="3848500"/>
            <a:ext cx="1503300" cy="410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352" name="Google Shape;352;p27"/>
          <p:cNvSpPr txBox="1"/>
          <p:nvPr>
            <p:ph idx="13" type="subTitle"/>
          </p:nvPr>
        </p:nvSpPr>
        <p:spPr>
          <a:xfrm>
            <a:off x="1977175" y="2200600"/>
            <a:ext cx="1369500" cy="410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353" name="Google Shape;353;p27"/>
          <p:cNvSpPr txBox="1"/>
          <p:nvPr>
            <p:ph idx="14" type="subTitle"/>
          </p:nvPr>
        </p:nvSpPr>
        <p:spPr>
          <a:xfrm>
            <a:off x="1977175" y="2610850"/>
            <a:ext cx="1369500" cy="410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354" name="Google Shape;354;p27"/>
          <p:cNvSpPr txBox="1"/>
          <p:nvPr>
            <p:ph idx="15" type="subTitle"/>
          </p:nvPr>
        </p:nvSpPr>
        <p:spPr>
          <a:xfrm>
            <a:off x="1977175" y="3022200"/>
            <a:ext cx="1369500" cy="410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355" name="Google Shape;355;p27"/>
          <p:cNvSpPr txBox="1"/>
          <p:nvPr>
            <p:ph idx="16" type="subTitle"/>
          </p:nvPr>
        </p:nvSpPr>
        <p:spPr>
          <a:xfrm>
            <a:off x="1977175" y="3437000"/>
            <a:ext cx="1369500" cy="410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356" name="Google Shape;356;p27"/>
          <p:cNvSpPr txBox="1"/>
          <p:nvPr>
            <p:ph idx="17" type="subTitle"/>
          </p:nvPr>
        </p:nvSpPr>
        <p:spPr>
          <a:xfrm>
            <a:off x="1977175" y="3849450"/>
            <a:ext cx="1369500" cy="410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357" name="Google Shape;357;p27"/>
          <p:cNvSpPr txBox="1"/>
          <p:nvPr>
            <p:ph idx="18" type="subTitle"/>
          </p:nvPr>
        </p:nvSpPr>
        <p:spPr>
          <a:xfrm>
            <a:off x="3623175" y="2200600"/>
            <a:ext cx="1369500" cy="410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358" name="Google Shape;358;p27"/>
          <p:cNvSpPr txBox="1"/>
          <p:nvPr>
            <p:ph idx="19" type="subTitle"/>
          </p:nvPr>
        </p:nvSpPr>
        <p:spPr>
          <a:xfrm>
            <a:off x="3623175" y="2610850"/>
            <a:ext cx="1369500" cy="410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359" name="Google Shape;359;p27"/>
          <p:cNvSpPr txBox="1"/>
          <p:nvPr>
            <p:ph idx="20" type="subTitle"/>
          </p:nvPr>
        </p:nvSpPr>
        <p:spPr>
          <a:xfrm>
            <a:off x="3623175" y="3022200"/>
            <a:ext cx="1369500" cy="410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360" name="Google Shape;360;p27"/>
          <p:cNvSpPr txBox="1"/>
          <p:nvPr>
            <p:ph idx="21" type="subTitle"/>
          </p:nvPr>
        </p:nvSpPr>
        <p:spPr>
          <a:xfrm>
            <a:off x="3623175" y="3437000"/>
            <a:ext cx="1369500" cy="410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361" name="Google Shape;361;p27"/>
          <p:cNvSpPr txBox="1"/>
          <p:nvPr>
            <p:ph idx="22" type="subTitle"/>
          </p:nvPr>
        </p:nvSpPr>
        <p:spPr>
          <a:xfrm>
            <a:off x="3623175" y="3849450"/>
            <a:ext cx="1369500" cy="410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362" name="Google Shape;362;p27"/>
          <p:cNvSpPr txBox="1"/>
          <p:nvPr>
            <p:ph idx="23" type="subTitle"/>
          </p:nvPr>
        </p:nvSpPr>
        <p:spPr>
          <a:xfrm>
            <a:off x="5465501" y="2200600"/>
            <a:ext cx="2870700" cy="410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363" name="Google Shape;363;p27"/>
          <p:cNvSpPr txBox="1"/>
          <p:nvPr>
            <p:ph idx="24" type="subTitle"/>
          </p:nvPr>
        </p:nvSpPr>
        <p:spPr>
          <a:xfrm>
            <a:off x="5465501" y="2610850"/>
            <a:ext cx="2870700" cy="410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364" name="Google Shape;364;p27"/>
          <p:cNvSpPr txBox="1"/>
          <p:nvPr>
            <p:ph idx="25" type="subTitle"/>
          </p:nvPr>
        </p:nvSpPr>
        <p:spPr>
          <a:xfrm>
            <a:off x="5465501" y="3022200"/>
            <a:ext cx="2870700" cy="410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365" name="Google Shape;365;p27"/>
          <p:cNvSpPr txBox="1"/>
          <p:nvPr>
            <p:ph idx="26" type="subTitle"/>
          </p:nvPr>
        </p:nvSpPr>
        <p:spPr>
          <a:xfrm>
            <a:off x="5465501" y="3437000"/>
            <a:ext cx="2870700" cy="410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366" name="Google Shape;366;p27"/>
          <p:cNvSpPr txBox="1"/>
          <p:nvPr>
            <p:ph idx="27" type="subTitle"/>
          </p:nvPr>
        </p:nvSpPr>
        <p:spPr>
          <a:xfrm>
            <a:off x="5465501" y="3849450"/>
            <a:ext cx="2870700" cy="410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ive highlights">
  <p:cSld name="CUSTOM_5_2_2"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28"/>
          <p:cNvSpPr txBox="1"/>
          <p:nvPr>
            <p:ph type="title"/>
          </p:nvPr>
        </p:nvSpPr>
        <p:spPr>
          <a:xfrm>
            <a:off x="609600" y="724825"/>
            <a:ext cx="4015800" cy="587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/>
        </p:txBody>
      </p:sp>
      <p:sp>
        <p:nvSpPr>
          <p:cNvPr id="369" name="Google Shape;369;p28"/>
          <p:cNvSpPr txBox="1"/>
          <p:nvPr>
            <p:ph idx="1" type="subTitle"/>
          </p:nvPr>
        </p:nvSpPr>
        <p:spPr>
          <a:xfrm>
            <a:off x="609600" y="457200"/>
            <a:ext cx="4015800" cy="264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Red Hat Display"/>
              <a:buNone/>
              <a:defRPr sz="10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370" name="Google Shape;370;p28"/>
          <p:cNvSpPr/>
          <p:nvPr/>
        </p:nvSpPr>
        <p:spPr>
          <a:xfrm>
            <a:off x="225998" y="580123"/>
            <a:ext cx="253800" cy="276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371" name="Google Shape;371;p28"/>
          <p:cNvSpPr txBox="1"/>
          <p:nvPr>
            <p:ph idx="2" type="subTitle"/>
          </p:nvPr>
        </p:nvSpPr>
        <p:spPr>
          <a:xfrm>
            <a:off x="229525" y="2435600"/>
            <a:ext cx="1500900" cy="26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9pPr>
          </a:lstStyle>
          <a:p/>
        </p:txBody>
      </p:sp>
      <p:sp>
        <p:nvSpPr>
          <p:cNvPr id="372" name="Google Shape;372;p28"/>
          <p:cNvSpPr txBox="1"/>
          <p:nvPr>
            <p:ph idx="3" type="subTitle"/>
          </p:nvPr>
        </p:nvSpPr>
        <p:spPr>
          <a:xfrm>
            <a:off x="2015702" y="2435600"/>
            <a:ext cx="1500900" cy="26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9pPr>
          </a:lstStyle>
          <a:p/>
        </p:txBody>
      </p:sp>
      <p:sp>
        <p:nvSpPr>
          <p:cNvPr id="373" name="Google Shape;373;p28"/>
          <p:cNvSpPr txBox="1"/>
          <p:nvPr>
            <p:ph idx="4" type="subTitle"/>
          </p:nvPr>
        </p:nvSpPr>
        <p:spPr>
          <a:xfrm>
            <a:off x="3774602" y="2435600"/>
            <a:ext cx="1500900" cy="264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9pPr>
          </a:lstStyle>
          <a:p/>
        </p:txBody>
      </p:sp>
      <p:sp>
        <p:nvSpPr>
          <p:cNvPr id="374" name="Google Shape;374;p28"/>
          <p:cNvSpPr txBox="1"/>
          <p:nvPr>
            <p:ph idx="5" type="subTitle"/>
          </p:nvPr>
        </p:nvSpPr>
        <p:spPr>
          <a:xfrm>
            <a:off x="5616677" y="2435600"/>
            <a:ext cx="1500900" cy="26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9pPr>
          </a:lstStyle>
          <a:p/>
        </p:txBody>
      </p:sp>
      <p:sp>
        <p:nvSpPr>
          <p:cNvPr id="375" name="Google Shape;375;p28"/>
          <p:cNvSpPr txBox="1"/>
          <p:nvPr>
            <p:ph idx="6" type="subTitle"/>
          </p:nvPr>
        </p:nvSpPr>
        <p:spPr>
          <a:xfrm>
            <a:off x="7411452" y="2435600"/>
            <a:ext cx="1500900" cy="26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9pPr>
          </a:lstStyle>
          <a:p/>
        </p:txBody>
      </p:sp>
      <p:sp>
        <p:nvSpPr>
          <p:cNvPr id="376" name="Google Shape;376;p28"/>
          <p:cNvSpPr txBox="1"/>
          <p:nvPr>
            <p:ph idx="7" type="body"/>
          </p:nvPr>
        </p:nvSpPr>
        <p:spPr>
          <a:xfrm>
            <a:off x="387584" y="2820600"/>
            <a:ext cx="1239300" cy="1165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9pPr>
          </a:lstStyle>
          <a:p/>
        </p:txBody>
      </p:sp>
      <p:sp>
        <p:nvSpPr>
          <p:cNvPr id="377" name="Google Shape;377;p28"/>
          <p:cNvSpPr txBox="1"/>
          <p:nvPr>
            <p:ph idx="8" type="body"/>
          </p:nvPr>
        </p:nvSpPr>
        <p:spPr>
          <a:xfrm>
            <a:off x="2164609" y="2820600"/>
            <a:ext cx="1239300" cy="1165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857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 sz="900"/>
            </a:lvl1pPr>
            <a:lvl2pPr indent="-28575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 sz="900"/>
            </a:lvl2pPr>
            <a:lvl3pPr indent="-28575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 sz="900"/>
            </a:lvl3pPr>
            <a:lvl4pPr indent="-28575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 sz="900"/>
            </a:lvl4pPr>
            <a:lvl5pPr indent="-28575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 sz="900"/>
            </a:lvl5pPr>
            <a:lvl6pPr indent="-28575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 sz="900"/>
            </a:lvl6pPr>
            <a:lvl7pPr indent="-28575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 sz="900"/>
            </a:lvl7pPr>
            <a:lvl8pPr indent="-28575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 sz="900"/>
            </a:lvl8pPr>
            <a:lvl9pPr indent="-28575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 sz="900"/>
            </a:lvl9pPr>
          </a:lstStyle>
          <a:p/>
        </p:txBody>
      </p:sp>
      <p:sp>
        <p:nvSpPr>
          <p:cNvPr id="378" name="Google Shape;378;p28"/>
          <p:cNvSpPr txBox="1"/>
          <p:nvPr>
            <p:ph idx="9" type="body"/>
          </p:nvPr>
        </p:nvSpPr>
        <p:spPr>
          <a:xfrm>
            <a:off x="3941634" y="2820600"/>
            <a:ext cx="1239300" cy="1165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9pPr>
          </a:lstStyle>
          <a:p/>
        </p:txBody>
      </p:sp>
      <p:sp>
        <p:nvSpPr>
          <p:cNvPr id="379" name="Google Shape;379;p28"/>
          <p:cNvSpPr txBox="1"/>
          <p:nvPr>
            <p:ph idx="13" type="body"/>
          </p:nvPr>
        </p:nvSpPr>
        <p:spPr>
          <a:xfrm>
            <a:off x="5764484" y="2820600"/>
            <a:ext cx="1239300" cy="1165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9pPr>
          </a:lstStyle>
          <a:p/>
        </p:txBody>
      </p:sp>
      <p:sp>
        <p:nvSpPr>
          <p:cNvPr id="380" name="Google Shape;380;p28"/>
          <p:cNvSpPr txBox="1"/>
          <p:nvPr>
            <p:ph idx="14" type="body"/>
          </p:nvPr>
        </p:nvSpPr>
        <p:spPr>
          <a:xfrm>
            <a:off x="7587334" y="2820600"/>
            <a:ext cx="1239300" cy="1165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highlights w/ dots">
  <p:cSld name="CUSTOM_5_2_1"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29"/>
          <p:cNvSpPr txBox="1"/>
          <p:nvPr>
            <p:ph type="title"/>
          </p:nvPr>
        </p:nvSpPr>
        <p:spPr>
          <a:xfrm>
            <a:off x="609600" y="724825"/>
            <a:ext cx="4015800" cy="587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/>
        </p:txBody>
      </p:sp>
      <p:sp>
        <p:nvSpPr>
          <p:cNvPr id="383" name="Google Shape;383;p29"/>
          <p:cNvSpPr txBox="1"/>
          <p:nvPr>
            <p:ph idx="1" type="subTitle"/>
          </p:nvPr>
        </p:nvSpPr>
        <p:spPr>
          <a:xfrm>
            <a:off x="609600" y="457200"/>
            <a:ext cx="4015800" cy="264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Red Hat Display"/>
              <a:buNone/>
              <a:defRPr sz="10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384" name="Google Shape;384;p29"/>
          <p:cNvSpPr/>
          <p:nvPr/>
        </p:nvSpPr>
        <p:spPr>
          <a:xfrm>
            <a:off x="225998" y="580123"/>
            <a:ext cx="253800" cy="276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385" name="Google Shape;385;p29"/>
          <p:cNvSpPr txBox="1"/>
          <p:nvPr>
            <p:ph idx="2" type="subTitle"/>
          </p:nvPr>
        </p:nvSpPr>
        <p:spPr>
          <a:xfrm>
            <a:off x="351700" y="2435600"/>
            <a:ext cx="1500900" cy="26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9pPr>
          </a:lstStyle>
          <a:p/>
        </p:txBody>
      </p:sp>
      <p:sp>
        <p:nvSpPr>
          <p:cNvPr id="386" name="Google Shape;386;p29"/>
          <p:cNvSpPr txBox="1"/>
          <p:nvPr>
            <p:ph idx="3" type="subTitle"/>
          </p:nvPr>
        </p:nvSpPr>
        <p:spPr>
          <a:xfrm>
            <a:off x="3315050" y="2435600"/>
            <a:ext cx="1500900" cy="26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9pPr>
          </a:lstStyle>
          <a:p/>
        </p:txBody>
      </p:sp>
      <p:sp>
        <p:nvSpPr>
          <p:cNvPr id="387" name="Google Shape;387;p29"/>
          <p:cNvSpPr txBox="1"/>
          <p:nvPr>
            <p:ph idx="4" type="subTitle"/>
          </p:nvPr>
        </p:nvSpPr>
        <p:spPr>
          <a:xfrm>
            <a:off x="6278400" y="2435600"/>
            <a:ext cx="1500900" cy="264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9pPr>
          </a:lstStyle>
          <a:p/>
        </p:txBody>
      </p:sp>
      <p:sp>
        <p:nvSpPr>
          <p:cNvPr id="388" name="Google Shape;388;p29"/>
          <p:cNvSpPr txBox="1"/>
          <p:nvPr>
            <p:ph idx="5" type="body"/>
          </p:nvPr>
        </p:nvSpPr>
        <p:spPr>
          <a:xfrm>
            <a:off x="3315050" y="2882813"/>
            <a:ext cx="2439900" cy="1165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Font typeface="Red Hat Display"/>
              <a:buChar char="●"/>
              <a:defRPr sz="900"/>
            </a:lvl1pPr>
            <a:lvl2pPr indent="-285750" lvl="1" marL="914400">
              <a:spcBef>
                <a:spcPts val="800"/>
              </a:spcBef>
              <a:spcAft>
                <a:spcPts val="0"/>
              </a:spcAft>
              <a:buSzPts val="900"/>
              <a:buFont typeface="Red Hat Display"/>
              <a:buChar char="○"/>
              <a:defRPr sz="900"/>
            </a:lvl2pPr>
            <a:lvl3pPr indent="-285750" lvl="2" marL="1371600">
              <a:spcBef>
                <a:spcPts val="800"/>
              </a:spcBef>
              <a:spcAft>
                <a:spcPts val="0"/>
              </a:spcAft>
              <a:buSzPts val="900"/>
              <a:buFont typeface="Red Hat Display"/>
              <a:buChar char="■"/>
              <a:defRPr sz="900"/>
            </a:lvl3pPr>
            <a:lvl4pPr indent="-285750" lvl="3" marL="1828800">
              <a:spcBef>
                <a:spcPts val="800"/>
              </a:spcBef>
              <a:spcAft>
                <a:spcPts val="0"/>
              </a:spcAft>
              <a:buSzPts val="900"/>
              <a:buFont typeface="Red Hat Display"/>
              <a:buChar char="●"/>
              <a:defRPr sz="900"/>
            </a:lvl4pPr>
            <a:lvl5pPr indent="-285750" lvl="4" marL="2286000">
              <a:spcBef>
                <a:spcPts val="800"/>
              </a:spcBef>
              <a:spcAft>
                <a:spcPts val="0"/>
              </a:spcAft>
              <a:buSzPts val="900"/>
              <a:buFont typeface="Red Hat Display"/>
              <a:buChar char="○"/>
              <a:defRPr sz="900"/>
            </a:lvl5pPr>
            <a:lvl6pPr indent="-285750" lvl="5" marL="2743200">
              <a:spcBef>
                <a:spcPts val="800"/>
              </a:spcBef>
              <a:spcAft>
                <a:spcPts val="0"/>
              </a:spcAft>
              <a:buSzPts val="900"/>
              <a:buFont typeface="Red Hat Display"/>
              <a:buChar char="■"/>
              <a:defRPr sz="900"/>
            </a:lvl6pPr>
            <a:lvl7pPr indent="-285750" lvl="6" marL="3200400">
              <a:spcBef>
                <a:spcPts val="800"/>
              </a:spcBef>
              <a:spcAft>
                <a:spcPts val="0"/>
              </a:spcAft>
              <a:buSzPts val="900"/>
              <a:buFont typeface="Red Hat Display"/>
              <a:buChar char="●"/>
              <a:defRPr sz="900"/>
            </a:lvl7pPr>
            <a:lvl8pPr indent="-285750" lvl="7" marL="3657600">
              <a:spcBef>
                <a:spcPts val="800"/>
              </a:spcBef>
              <a:spcAft>
                <a:spcPts val="0"/>
              </a:spcAft>
              <a:buSzPts val="900"/>
              <a:buFont typeface="Red Hat Display"/>
              <a:buChar char="○"/>
              <a:defRPr sz="900"/>
            </a:lvl8pPr>
            <a:lvl9pPr indent="-285750" lvl="8" marL="4114800">
              <a:spcBef>
                <a:spcPts val="800"/>
              </a:spcBef>
              <a:spcAft>
                <a:spcPts val="800"/>
              </a:spcAft>
              <a:buSzPts val="900"/>
              <a:buFont typeface="Red Hat Display"/>
              <a:buChar char="■"/>
              <a:defRPr sz="900"/>
            </a:lvl9pPr>
          </a:lstStyle>
          <a:p/>
        </p:txBody>
      </p:sp>
      <p:grpSp>
        <p:nvGrpSpPr>
          <p:cNvPr id="389" name="Google Shape;389;p29"/>
          <p:cNvGrpSpPr/>
          <p:nvPr/>
        </p:nvGrpSpPr>
        <p:grpSpPr>
          <a:xfrm flipH="1">
            <a:off x="6903656" y="79823"/>
            <a:ext cx="2140834" cy="1767927"/>
            <a:chOff x="142083" y="79814"/>
            <a:chExt cx="1831025" cy="1512212"/>
          </a:xfrm>
        </p:grpSpPr>
        <p:sp>
          <p:nvSpPr>
            <p:cNvPr id="390" name="Google Shape;390;p29"/>
            <p:cNvSpPr/>
            <p:nvPr/>
          </p:nvSpPr>
          <p:spPr>
            <a:xfrm>
              <a:off x="142083" y="79814"/>
              <a:ext cx="256500" cy="256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391" name="Google Shape;391;p29"/>
            <p:cNvSpPr/>
            <p:nvPr/>
          </p:nvSpPr>
          <p:spPr>
            <a:xfrm>
              <a:off x="487858" y="87214"/>
              <a:ext cx="233700" cy="233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392" name="Google Shape;392;p29"/>
            <p:cNvSpPr/>
            <p:nvPr/>
          </p:nvSpPr>
          <p:spPr>
            <a:xfrm>
              <a:off x="839135" y="87214"/>
              <a:ext cx="210300" cy="210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393" name="Google Shape;393;p29"/>
            <p:cNvSpPr/>
            <p:nvPr/>
          </p:nvSpPr>
          <p:spPr>
            <a:xfrm>
              <a:off x="1191033" y="105414"/>
              <a:ext cx="174000" cy="174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394" name="Google Shape;394;p29"/>
            <p:cNvSpPr/>
            <p:nvPr/>
          </p:nvSpPr>
          <p:spPr>
            <a:xfrm>
              <a:off x="1537808" y="115439"/>
              <a:ext cx="140700" cy="14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395" name="Google Shape;395;p29"/>
            <p:cNvSpPr/>
            <p:nvPr/>
          </p:nvSpPr>
          <p:spPr>
            <a:xfrm>
              <a:off x="1908008" y="148714"/>
              <a:ext cx="65100" cy="65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396" name="Google Shape;396;p29"/>
            <p:cNvSpPr/>
            <p:nvPr/>
          </p:nvSpPr>
          <p:spPr>
            <a:xfrm>
              <a:off x="164883" y="422639"/>
              <a:ext cx="233700" cy="233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397" name="Google Shape;397;p29"/>
            <p:cNvSpPr/>
            <p:nvPr/>
          </p:nvSpPr>
          <p:spPr>
            <a:xfrm>
              <a:off x="506960" y="427888"/>
              <a:ext cx="210300" cy="210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398" name="Google Shape;398;p29"/>
            <p:cNvSpPr/>
            <p:nvPr/>
          </p:nvSpPr>
          <p:spPr>
            <a:xfrm>
              <a:off x="854387" y="436714"/>
              <a:ext cx="179700" cy="179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399" name="Google Shape;399;p29"/>
            <p:cNvSpPr/>
            <p:nvPr/>
          </p:nvSpPr>
          <p:spPr>
            <a:xfrm>
              <a:off x="1202034" y="450389"/>
              <a:ext cx="1521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400" name="Google Shape;400;p29"/>
            <p:cNvSpPr/>
            <p:nvPr/>
          </p:nvSpPr>
          <p:spPr>
            <a:xfrm>
              <a:off x="1558407" y="470039"/>
              <a:ext cx="97800" cy="978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401" name="Google Shape;401;p29"/>
            <p:cNvSpPr/>
            <p:nvPr/>
          </p:nvSpPr>
          <p:spPr>
            <a:xfrm>
              <a:off x="1924408" y="499814"/>
              <a:ext cx="32400" cy="3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402" name="Google Shape;402;p29"/>
            <p:cNvSpPr/>
            <p:nvPr/>
          </p:nvSpPr>
          <p:spPr>
            <a:xfrm>
              <a:off x="529964" y="775614"/>
              <a:ext cx="179700" cy="179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403" name="Google Shape;403;p29"/>
            <p:cNvSpPr/>
            <p:nvPr/>
          </p:nvSpPr>
          <p:spPr>
            <a:xfrm>
              <a:off x="185718" y="765448"/>
              <a:ext cx="210300" cy="210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404" name="Google Shape;404;p29"/>
            <p:cNvSpPr/>
            <p:nvPr/>
          </p:nvSpPr>
          <p:spPr>
            <a:xfrm>
              <a:off x="873448" y="784049"/>
              <a:ext cx="1521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405" name="Google Shape;405;p29"/>
            <p:cNvSpPr/>
            <p:nvPr/>
          </p:nvSpPr>
          <p:spPr>
            <a:xfrm>
              <a:off x="1230921" y="804501"/>
              <a:ext cx="108000" cy="108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406" name="Google Shape;406;p29"/>
            <p:cNvSpPr/>
            <p:nvPr/>
          </p:nvSpPr>
          <p:spPr>
            <a:xfrm>
              <a:off x="1577346" y="824201"/>
              <a:ext cx="65100" cy="65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407" name="Google Shape;407;p29"/>
            <p:cNvSpPr/>
            <p:nvPr/>
          </p:nvSpPr>
          <p:spPr>
            <a:xfrm>
              <a:off x="551148" y="1122149"/>
              <a:ext cx="1521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408" name="Google Shape;408;p29"/>
            <p:cNvSpPr/>
            <p:nvPr/>
          </p:nvSpPr>
          <p:spPr>
            <a:xfrm>
              <a:off x="201014" y="1115389"/>
              <a:ext cx="179700" cy="179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409" name="Google Shape;409;p29"/>
            <p:cNvSpPr/>
            <p:nvPr/>
          </p:nvSpPr>
          <p:spPr>
            <a:xfrm>
              <a:off x="900639" y="1144351"/>
              <a:ext cx="108000" cy="108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410" name="Google Shape;410;p29"/>
            <p:cNvSpPr/>
            <p:nvPr/>
          </p:nvSpPr>
          <p:spPr>
            <a:xfrm>
              <a:off x="1258496" y="1160976"/>
              <a:ext cx="65100" cy="65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411" name="Google Shape;411;p29"/>
            <p:cNvSpPr/>
            <p:nvPr/>
          </p:nvSpPr>
          <p:spPr>
            <a:xfrm>
              <a:off x="240458" y="1484026"/>
              <a:ext cx="108000" cy="108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412" name="Google Shape;412;p29"/>
            <p:cNvSpPr/>
            <p:nvPr/>
          </p:nvSpPr>
          <p:spPr>
            <a:xfrm>
              <a:off x="583108" y="1486121"/>
              <a:ext cx="88200" cy="8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413" name="Google Shape;413;p29"/>
            <p:cNvSpPr/>
            <p:nvPr/>
          </p:nvSpPr>
          <p:spPr>
            <a:xfrm>
              <a:off x="937805" y="1508513"/>
              <a:ext cx="43500" cy="43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</p:grpSp>
      <p:sp>
        <p:nvSpPr>
          <p:cNvPr id="414" name="Google Shape;414;p29"/>
          <p:cNvSpPr txBox="1"/>
          <p:nvPr>
            <p:ph idx="6" type="body"/>
          </p:nvPr>
        </p:nvSpPr>
        <p:spPr>
          <a:xfrm>
            <a:off x="351700" y="2882813"/>
            <a:ext cx="2439900" cy="1165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1pPr>
            <a:lvl2pPr indent="-285750" lvl="1" marL="914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2pPr>
            <a:lvl3pPr indent="-285750" lvl="2" marL="1371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3pPr>
            <a:lvl4pPr indent="-285750" lvl="3" marL="18288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4pPr>
            <a:lvl5pPr indent="-285750" lvl="4" marL="22860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5pPr>
            <a:lvl6pPr indent="-285750" lvl="5" marL="27432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6pPr>
            <a:lvl7pPr indent="-285750" lvl="6" marL="3200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7pPr>
            <a:lvl8pPr indent="-285750" lvl="7" marL="3657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8pPr>
            <a:lvl9pPr indent="-285750" lvl="8" marL="411480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9pPr>
          </a:lstStyle>
          <a:p/>
        </p:txBody>
      </p:sp>
      <p:sp>
        <p:nvSpPr>
          <p:cNvPr id="415" name="Google Shape;415;p29"/>
          <p:cNvSpPr txBox="1"/>
          <p:nvPr>
            <p:ph idx="7" type="body"/>
          </p:nvPr>
        </p:nvSpPr>
        <p:spPr>
          <a:xfrm>
            <a:off x="6278400" y="2882813"/>
            <a:ext cx="2439900" cy="1165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1pPr>
            <a:lvl2pPr indent="-285750" lvl="1" marL="914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2pPr>
            <a:lvl3pPr indent="-285750" lvl="2" marL="1371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3pPr>
            <a:lvl4pPr indent="-285750" lvl="3" marL="18288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4pPr>
            <a:lvl5pPr indent="-285750" lvl="4" marL="22860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5pPr>
            <a:lvl6pPr indent="-285750" lvl="5" marL="27432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6pPr>
            <a:lvl7pPr indent="-285750" lvl="6" marL="3200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7pPr>
            <a:lvl8pPr indent="-285750" lvl="7" marL="3657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8pPr>
            <a:lvl9pPr indent="-285750" lvl="8" marL="411480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highlights">
  <p:cSld name="CUSTOM_5_2_1_1"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30"/>
          <p:cNvSpPr txBox="1"/>
          <p:nvPr>
            <p:ph type="title"/>
          </p:nvPr>
        </p:nvSpPr>
        <p:spPr>
          <a:xfrm>
            <a:off x="609600" y="724825"/>
            <a:ext cx="4015800" cy="587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/>
        </p:txBody>
      </p:sp>
      <p:sp>
        <p:nvSpPr>
          <p:cNvPr id="418" name="Google Shape;418;p30"/>
          <p:cNvSpPr txBox="1"/>
          <p:nvPr>
            <p:ph idx="1" type="subTitle"/>
          </p:nvPr>
        </p:nvSpPr>
        <p:spPr>
          <a:xfrm>
            <a:off x="609600" y="457200"/>
            <a:ext cx="4015800" cy="264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Red Hat Display"/>
              <a:buNone/>
              <a:defRPr sz="10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419" name="Google Shape;419;p30"/>
          <p:cNvSpPr/>
          <p:nvPr/>
        </p:nvSpPr>
        <p:spPr>
          <a:xfrm>
            <a:off x="225998" y="580123"/>
            <a:ext cx="253800" cy="276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420" name="Google Shape;420;p30"/>
          <p:cNvSpPr txBox="1"/>
          <p:nvPr>
            <p:ph idx="2" type="subTitle"/>
          </p:nvPr>
        </p:nvSpPr>
        <p:spPr>
          <a:xfrm>
            <a:off x="351700" y="2435600"/>
            <a:ext cx="2439900" cy="26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9pPr>
          </a:lstStyle>
          <a:p/>
        </p:txBody>
      </p:sp>
      <p:sp>
        <p:nvSpPr>
          <p:cNvPr id="421" name="Google Shape;421;p30"/>
          <p:cNvSpPr txBox="1"/>
          <p:nvPr>
            <p:ph idx="3" type="subTitle"/>
          </p:nvPr>
        </p:nvSpPr>
        <p:spPr>
          <a:xfrm>
            <a:off x="3315050" y="2435600"/>
            <a:ext cx="2439900" cy="26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9pPr>
          </a:lstStyle>
          <a:p/>
        </p:txBody>
      </p:sp>
      <p:sp>
        <p:nvSpPr>
          <p:cNvPr id="422" name="Google Shape;422;p30"/>
          <p:cNvSpPr txBox="1"/>
          <p:nvPr>
            <p:ph idx="4" type="subTitle"/>
          </p:nvPr>
        </p:nvSpPr>
        <p:spPr>
          <a:xfrm>
            <a:off x="6278400" y="2435600"/>
            <a:ext cx="2439900" cy="264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9pPr>
          </a:lstStyle>
          <a:p/>
        </p:txBody>
      </p:sp>
      <p:sp>
        <p:nvSpPr>
          <p:cNvPr id="423" name="Google Shape;423;p30"/>
          <p:cNvSpPr txBox="1"/>
          <p:nvPr>
            <p:ph idx="5" type="body"/>
          </p:nvPr>
        </p:nvSpPr>
        <p:spPr>
          <a:xfrm>
            <a:off x="3315050" y="2882813"/>
            <a:ext cx="2439900" cy="1165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Font typeface="Red Hat Display"/>
              <a:buChar char="●"/>
              <a:defRPr sz="900"/>
            </a:lvl1pPr>
            <a:lvl2pPr indent="-285750" lvl="1" marL="914400">
              <a:spcBef>
                <a:spcPts val="800"/>
              </a:spcBef>
              <a:spcAft>
                <a:spcPts val="0"/>
              </a:spcAft>
              <a:buSzPts val="900"/>
              <a:buFont typeface="Red Hat Display"/>
              <a:buChar char="○"/>
              <a:defRPr sz="900"/>
            </a:lvl2pPr>
            <a:lvl3pPr indent="-285750" lvl="2" marL="1371600">
              <a:spcBef>
                <a:spcPts val="800"/>
              </a:spcBef>
              <a:spcAft>
                <a:spcPts val="0"/>
              </a:spcAft>
              <a:buSzPts val="900"/>
              <a:buFont typeface="Red Hat Display"/>
              <a:buChar char="■"/>
              <a:defRPr sz="900"/>
            </a:lvl3pPr>
            <a:lvl4pPr indent="-285750" lvl="3" marL="1828800">
              <a:spcBef>
                <a:spcPts val="800"/>
              </a:spcBef>
              <a:spcAft>
                <a:spcPts val="0"/>
              </a:spcAft>
              <a:buSzPts val="900"/>
              <a:buFont typeface="Red Hat Display"/>
              <a:buChar char="●"/>
              <a:defRPr sz="900"/>
            </a:lvl4pPr>
            <a:lvl5pPr indent="-285750" lvl="4" marL="2286000">
              <a:spcBef>
                <a:spcPts val="800"/>
              </a:spcBef>
              <a:spcAft>
                <a:spcPts val="0"/>
              </a:spcAft>
              <a:buSzPts val="900"/>
              <a:buFont typeface="Red Hat Display"/>
              <a:buChar char="○"/>
              <a:defRPr sz="900"/>
            </a:lvl5pPr>
            <a:lvl6pPr indent="-285750" lvl="5" marL="2743200">
              <a:spcBef>
                <a:spcPts val="800"/>
              </a:spcBef>
              <a:spcAft>
                <a:spcPts val="0"/>
              </a:spcAft>
              <a:buSzPts val="900"/>
              <a:buFont typeface="Red Hat Display"/>
              <a:buChar char="■"/>
              <a:defRPr sz="900"/>
            </a:lvl6pPr>
            <a:lvl7pPr indent="-285750" lvl="6" marL="3200400">
              <a:spcBef>
                <a:spcPts val="800"/>
              </a:spcBef>
              <a:spcAft>
                <a:spcPts val="0"/>
              </a:spcAft>
              <a:buSzPts val="900"/>
              <a:buFont typeface="Red Hat Display"/>
              <a:buChar char="●"/>
              <a:defRPr sz="900"/>
            </a:lvl7pPr>
            <a:lvl8pPr indent="-285750" lvl="7" marL="3657600">
              <a:spcBef>
                <a:spcPts val="800"/>
              </a:spcBef>
              <a:spcAft>
                <a:spcPts val="0"/>
              </a:spcAft>
              <a:buSzPts val="900"/>
              <a:buFont typeface="Red Hat Display"/>
              <a:buChar char="○"/>
              <a:defRPr sz="900"/>
            </a:lvl8pPr>
            <a:lvl9pPr indent="-285750" lvl="8" marL="4114800">
              <a:spcBef>
                <a:spcPts val="800"/>
              </a:spcBef>
              <a:spcAft>
                <a:spcPts val="800"/>
              </a:spcAft>
              <a:buSzPts val="900"/>
              <a:buFont typeface="Red Hat Display"/>
              <a:buChar char="■"/>
              <a:defRPr sz="900"/>
            </a:lvl9pPr>
          </a:lstStyle>
          <a:p/>
        </p:txBody>
      </p:sp>
      <p:sp>
        <p:nvSpPr>
          <p:cNvPr id="424" name="Google Shape;424;p30"/>
          <p:cNvSpPr txBox="1"/>
          <p:nvPr>
            <p:ph idx="6" type="body"/>
          </p:nvPr>
        </p:nvSpPr>
        <p:spPr>
          <a:xfrm>
            <a:off x="351700" y="2882813"/>
            <a:ext cx="2439900" cy="1165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1pPr>
            <a:lvl2pPr indent="-285750" lvl="1" marL="914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2pPr>
            <a:lvl3pPr indent="-285750" lvl="2" marL="1371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3pPr>
            <a:lvl4pPr indent="-285750" lvl="3" marL="18288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4pPr>
            <a:lvl5pPr indent="-285750" lvl="4" marL="22860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5pPr>
            <a:lvl6pPr indent="-285750" lvl="5" marL="27432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6pPr>
            <a:lvl7pPr indent="-285750" lvl="6" marL="3200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7pPr>
            <a:lvl8pPr indent="-285750" lvl="7" marL="3657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8pPr>
            <a:lvl9pPr indent="-285750" lvl="8" marL="411480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9pPr>
          </a:lstStyle>
          <a:p/>
        </p:txBody>
      </p:sp>
      <p:sp>
        <p:nvSpPr>
          <p:cNvPr id="425" name="Google Shape;425;p30"/>
          <p:cNvSpPr txBox="1"/>
          <p:nvPr>
            <p:ph idx="7" type="body"/>
          </p:nvPr>
        </p:nvSpPr>
        <p:spPr>
          <a:xfrm>
            <a:off x="6278400" y="2882813"/>
            <a:ext cx="2439900" cy="1165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1pPr>
            <a:lvl2pPr indent="-285750" lvl="1" marL="914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2pPr>
            <a:lvl3pPr indent="-285750" lvl="2" marL="1371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3pPr>
            <a:lvl4pPr indent="-285750" lvl="3" marL="18288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4pPr>
            <a:lvl5pPr indent="-285750" lvl="4" marL="22860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5pPr>
            <a:lvl6pPr indent="-285750" lvl="5" marL="27432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6pPr>
            <a:lvl7pPr indent="-285750" lvl="6" marL="3200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7pPr>
            <a:lvl8pPr indent="-285750" lvl="7" marL="3657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8pPr>
            <a:lvl9pPr indent="-285750" lvl="8" marL="411480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 highlights">
  <p:cSld name="CUSTOM_5_1"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31"/>
          <p:cNvSpPr/>
          <p:nvPr/>
        </p:nvSpPr>
        <p:spPr>
          <a:xfrm>
            <a:off x="225998" y="580123"/>
            <a:ext cx="253800" cy="276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428" name="Google Shape;428;p31"/>
          <p:cNvSpPr txBox="1"/>
          <p:nvPr>
            <p:ph type="title"/>
          </p:nvPr>
        </p:nvSpPr>
        <p:spPr>
          <a:xfrm>
            <a:off x="609600" y="724825"/>
            <a:ext cx="4015800" cy="587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/>
        </p:txBody>
      </p:sp>
      <p:sp>
        <p:nvSpPr>
          <p:cNvPr id="429" name="Google Shape;429;p31"/>
          <p:cNvSpPr txBox="1"/>
          <p:nvPr>
            <p:ph idx="1" type="subTitle"/>
          </p:nvPr>
        </p:nvSpPr>
        <p:spPr>
          <a:xfrm>
            <a:off x="609600" y="457200"/>
            <a:ext cx="4015800" cy="264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Red Hat Display"/>
              <a:buNone/>
              <a:defRPr sz="10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430" name="Google Shape;430;p31"/>
          <p:cNvSpPr txBox="1"/>
          <p:nvPr>
            <p:ph idx="2" type="subTitle"/>
          </p:nvPr>
        </p:nvSpPr>
        <p:spPr>
          <a:xfrm>
            <a:off x="637000" y="1820550"/>
            <a:ext cx="702300" cy="77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Red Hat Display SemiBold"/>
              <a:buNone/>
              <a:defRPr sz="22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431" name="Google Shape;431;p31"/>
          <p:cNvSpPr txBox="1"/>
          <p:nvPr>
            <p:ph idx="3" type="subTitle"/>
          </p:nvPr>
        </p:nvSpPr>
        <p:spPr>
          <a:xfrm>
            <a:off x="637000" y="3294325"/>
            <a:ext cx="702300" cy="77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Red Hat Display SemiBold"/>
              <a:buNone/>
              <a:defRPr sz="22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432" name="Google Shape;432;p31"/>
          <p:cNvSpPr txBox="1"/>
          <p:nvPr>
            <p:ph idx="4" type="subTitle"/>
          </p:nvPr>
        </p:nvSpPr>
        <p:spPr>
          <a:xfrm>
            <a:off x="5028175" y="1820550"/>
            <a:ext cx="702300" cy="776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200"/>
              <a:buFont typeface="Red Hat Display SemiBold"/>
              <a:buNone/>
              <a:defRPr sz="22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3" name="Google Shape;433;p31"/>
          <p:cNvSpPr txBox="1"/>
          <p:nvPr>
            <p:ph idx="5" type="subTitle"/>
          </p:nvPr>
        </p:nvSpPr>
        <p:spPr>
          <a:xfrm>
            <a:off x="5028175" y="3294325"/>
            <a:ext cx="702300" cy="77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Red Hat Display SemiBold"/>
              <a:buNone/>
              <a:defRPr sz="22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434" name="Google Shape;434;p31"/>
          <p:cNvSpPr txBox="1"/>
          <p:nvPr>
            <p:ph idx="6" type="subTitle"/>
          </p:nvPr>
        </p:nvSpPr>
        <p:spPr>
          <a:xfrm>
            <a:off x="1546000" y="1807825"/>
            <a:ext cx="2477700" cy="587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9pPr>
          </a:lstStyle>
          <a:p/>
        </p:txBody>
      </p:sp>
      <p:sp>
        <p:nvSpPr>
          <p:cNvPr id="435" name="Google Shape;435;p31"/>
          <p:cNvSpPr txBox="1"/>
          <p:nvPr>
            <p:ph idx="7" type="subTitle"/>
          </p:nvPr>
        </p:nvSpPr>
        <p:spPr>
          <a:xfrm>
            <a:off x="1546000" y="3288350"/>
            <a:ext cx="2477700" cy="587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9pPr>
          </a:lstStyle>
          <a:p/>
        </p:txBody>
      </p:sp>
      <p:sp>
        <p:nvSpPr>
          <p:cNvPr id="436" name="Google Shape;436;p31"/>
          <p:cNvSpPr txBox="1"/>
          <p:nvPr>
            <p:ph idx="8" type="subTitle"/>
          </p:nvPr>
        </p:nvSpPr>
        <p:spPr>
          <a:xfrm>
            <a:off x="5937175" y="1807825"/>
            <a:ext cx="2477700" cy="587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9pPr>
          </a:lstStyle>
          <a:p/>
        </p:txBody>
      </p:sp>
      <p:sp>
        <p:nvSpPr>
          <p:cNvPr id="437" name="Google Shape;437;p31"/>
          <p:cNvSpPr txBox="1"/>
          <p:nvPr>
            <p:ph idx="9" type="subTitle"/>
          </p:nvPr>
        </p:nvSpPr>
        <p:spPr>
          <a:xfrm>
            <a:off x="5937175" y="3288350"/>
            <a:ext cx="2477700" cy="587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/ Black">
  <p:cSld name="BLANK_1_1_1_1_1_1"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39" name="Google Shape;439;p32"/>
          <p:cNvCxnSpPr/>
          <p:nvPr/>
        </p:nvCxnSpPr>
        <p:spPr>
          <a:xfrm>
            <a:off x="3518300" y="712833"/>
            <a:ext cx="5617500" cy="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0" name="Google Shape;440;p32"/>
          <p:cNvCxnSpPr>
            <a:stCxn id="441" idx="1"/>
            <a:endCxn id="442" idx="3"/>
          </p:cNvCxnSpPr>
          <p:nvPr/>
        </p:nvCxnSpPr>
        <p:spPr>
          <a:xfrm>
            <a:off x="2641916" y="1598375"/>
            <a:ext cx="0" cy="13323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3" name="Google Shape;443;p32"/>
          <p:cNvCxnSpPr/>
          <p:nvPr/>
        </p:nvCxnSpPr>
        <p:spPr>
          <a:xfrm rot="10800000">
            <a:off x="-19425" y="711675"/>
            <a:ext cx="936600" cy="9366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4" name="Google Shape;444;p32"/>
          <p:cNvCxnSpPr/>
          <p:nvPr/>
        </p:nvCxnSpPr>
        <p:spPr>
          <a:xfrm rot="10800000">
            <a:off x="1464900" y="-8025"/>
            <a:ext cx="958800" cy="9588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41" name="Google Shape;441;p32"/>
          <p:cNvSpPr/>
          <p:nvPr/>
        </p:nvSpPr>
        <p:spPr>
          <a:xfrm flipH="1">
            <a:off x="1761266" y="-614125"/>
            <a:ext cx="1761300" cy="22125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cxnSp>
        <p:nvCxnSpPr>
          <p:cNvPr id="445" name="Google Shape;445;p32"/>
          <p:cNvCxnSpPr/>
          <p:nvPr/>
        </p:nvCxnSpPr>
        <p:spPr>
          <a:xfrm rot="10800000">
            <a:off x="709975" y="3201569"/>
            <a:ext cx="1758300" cy="17583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42" name="Google Shape;442;p32"/>
          <p:cNvSpPr/>
          <p:nvPr/>
        </p:nvSpPr>
        <p:spPr>
          <a:xfrm>
            <a:off x="1761265" y="2930748"/>
            <a:ext cx="1761300" cy="22125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cxnSp>
        <p:nvCxnSpPr>
          <p:cNvPr id="446" name="Google Shape;446;p32"/>
          <p:cNvCxnSpPr/>
          <p:nvPr/>
        </p:nvCxnSpPr>
        <p:spPr>
          <a:xfrm flipH="1" rot="10800000">
            <a:off x="-23900" y="3541825"/>
            <a:ext cx="1163100" cy="11631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47" name="Google Shape;447;p32"/>
          <p:cNvSpPr/>
          <p:nvPr/>
        </p:nvSpPr>
        <p:spPr>
          <a:xfrm flipH="1">
            <a:off x="-34" y="1598375"/>
            <a:ext cx="1761300" cy="22125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448" name="Google Shape;448;p32"/>
          <p:cNvSpPr txBox="1"/>
          <p:nvPr>
            <p:ph idx="1" type="subTitle"/>
          </p:nvPr>
        </p:nvSpPr>
        <p:spPr>
          <a:xfrm>
            <a:off x="3948800" y="2677300"/>
            <a:ext cx="4966500" cy="20064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449" name="Google Shape;449;p32"/>
          <p:cNvSpPr txBox="1"/>
          <p:nvPr>
            <p:ph type="title"/>
          </p:nvPr>
        </p:nvSpPr>
        <p:spPr>
          <a:xfrm>
            <a:off x="3948800" y="1956950"/>
            <a:ext cx="4966500" cy="5877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/ Green">
  <p:cSld name="BLANK_1_1_1_1_1_1_2">
    <p:bg>
      <p:bgPr>
        <a:solidFill>
          <a:schemeClr val="accent5"/>
        </a:solidFill>
      </p:bgPr>
    </p:bg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51" name="Google Shape;451;p33"/>
          <p:cNvCxnSpPr/>
          <p:nvPr/>
        </p:nvCxnSpPr>
        <p:spPr>
          <a:xfrm>
            <a:off x="3518300" y="712833"/>
            <a:ext cx="5617500" cy="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52" name="Google Shape;452;p33"/>
          <p:cNvCxnSpPr>
            <a:stCxn id="453" idx="1"/>
            <a:endCxn id="454" idx="3"/>
          </p:cNvCxnSpPr>
          <p:nvPr/>
        </p:nvCxnSpPr>
        <p:spPr>
          <a:xfrm>
            <a:off x="2641916" y="1598375"/>
            <a:ext cx="0" cy="133230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55" name="Google Shape;455;p33"/>
          <p:cNvCxnSpPr/>
          <p:nvPr/>
        </p:nvCxnSpPr>
        <p:spPr>
          <a:xfrm rot="10800000">
            <a:off x="-19425" y="711675"/>
            <a:ext cx="936600" cy="93660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56" name="Google Shape;456;p33"/>
          <p:cNvCxnSpPr/>
          <p:nvPr/>
        </p:nvCxnSpPr>
        <p:spPr>
          <a:xfrm rot="10800000">
            <a:off x="1464900" y="-8025"/>
            <a:ext cx="958800" cy="95880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53" name="Google Shape;453;p33"/>
          <p:cNvSpPr/>
          <p:nvPr/>
        </p:nvSpPr>
        <p:spPr>
          <a:xfrm flipH="1">
            <a:off x="1761266" y="-614125"/>
            <a:ext cx="1761300" cy="22125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cxnSp>
        <p:nvCxnSpPr>
          <p:cNvPr id="457" name="Google Shape;457;p33"/>
          <p:cNvCxnSpPr/>
          <p:nvPr/>
        </p:nvCxnSpPr>
        <p:spPr>
          <a:xfrm rot="10800000">
            <a:off x="709975" y="3201569"/>
            <a:ext cx="1758300" cy="175830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54" name="Google Shape;454;p33"/>
          <p:cNvSpPr/>
          <p:nvPr/>
        </p:nvSpPr>
        <p:spPr>
          <a:xfrm>
            <a:off x="1761265" y="2930748"/>
            <a:ext cx="1761300" cy="22125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cxnSp>
        <p:nvCxnSpPr>
          <p:cNvPr id="458" name="Google Shape;458;p33"/>
          <p:cNvCxnSpPr/>
          <p:nvPr/>
        </p:nvCxnSpPr>
        <p:spPr>
          <a:xfrm flipH="1" rot="10800000">
            <a:off x="-23900" y="3541825"/>
            <a:ext cx="1163100" cy="116310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59" name="Google Shape;459;p33"/>
          <p:cNvSpPr/>
          <p:nvPr/>
        </p:nvSpPr>
        <p:spPr>
          <a:xfrm flipH="1">
            <a:off x="-34" y="1598375"/>
            <a:ext cx="1761300" cy="22125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460" name="Google Shape;460;p33"/>
          <p:cNvSpPr txBox="1"/>
          <p:nvPr>
            <p:ph idx="1" type="subTitle"/>
          </p:nvPr>
        </p:nvSpPr>
        <p:spPr>
          <a:xfrm>
            <a:off x="3948800" y="2677301"/>
            <a:ext cx="4941000" cy="19299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461" name="Google Shape;461;p33"/>
          <p:cNvSpPr txBox="1"/>
          <p:nvPr>
            <p:ph type="title"/>
          </p:nvPr>
        </p:nvSpPr>
        <p:spPr>
          <a:xfrm>
            <a:off x="3948800" y="1956950"/>
            <a:ext cx="4966500" cy="5877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w/ description">
  <p:cSld name="BLANK_1_1_1_1_1_1_1_1_1_1_1"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34"/>
          <p:cNvSpPr txBox="1"/>
          <p:nvPr>
            <p:ph idx="1" type="subTitle"/>
          </p:nvPr>
        </p:nvSpPr>
        <p:spPr>
          <a:xfrm>
            <a:off x="4782025" y="1731500"/>
            <a:ext cx="1926900" cy="3015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464" name="Google Shape;464;p34"/>
          <p:cNvSpPr txBox="1"/>
          <p:nvPr>
            <p:ph type="title"/>
          </p:nvPr>
        </p:nvSpPr>
        <p:spPr>
          <a:xfrm>
            <a:off x="1392601" y="836575"/>
            <a:ext cx="3205200" cy="587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65" name="Google Shape;465;p34"/>
          <p:cNvSpPr/>
          <p:nvPr/>
        </p:nvSpPr>
        <p:spPr>
          <a:xfrm>
            <a:off x="1" y="1262825"/>
            <a:ext cx="1187700" cy="1293600"/>
          </a:xfrm>
          <a:prstGeom prst="snip2DiagRect">
            <a:avLst>
              <a:gd fmla="val 0" name="adj1"/>
              <a:gd fmla="val 50000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466" name="Google Shape;466;p34"/>
          <p:cNvSpPr/>
          <p:nvPr/>
        </p:nvSpPr>
        <p:spPr>
          <a:xfrm>
            <a:off x="1" y="2556277"/>
            <a:ext cx="1187700" cy="1293600"/>
          </a:xfrm>
          <a:prstGeom prst="snip2DiagRect">
            <a:avLst>
              <a:gd fmla="val 0" name="adj1"/>
              <a:gd fmla="val 50000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467" name="Google Shape;467;p34"/>
          <p:cNvSpPr/>
          <p:nvPr/>
        </p:nvSpPr>
        <p:spPr>
          <a:xfrm>
            <a:off x="1" y="3849830"/>
            <a:ext cx="1187700" cy="1293600"/>
          </a:xfrm>
          <a:prstGeom prst="snip2DiagRect">
            <a:avLst>
              <a:gd fmla="val 0" name="adj1"/>
              <a:gd fmla="val 50000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468" name="Google Shape;468;p34"/>
          <p:cNvSpPr/>
          <p:nvPr/>
        </p:nvSpPr>
        <p:spPr>
          <a:xfrm>
            <a:off x="0" y="0"/>
            <a:ext cx="1187700" cy="1262700"/>
          </a:xfrm>
          <a:prstGeom prst="snip2DiagRect">
            <a:avLst>
              <a:gd fmla="val 0" name="adj1"/>
              <a:gd fmla="val 50000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469" name="Google Shape;469;p34"/>
          <p:cNvSpPr txBox="1"/>
          <p:nvPr>
            <p:ph idx="2" type="subTitle"/>
          </p:nvPr>
        </p:nvSpPr>
        <p:spPr>
          <a:xfrm>
            <a:off x="4944882" y="1875150"/>
            <a:ext cx="1584900" cy="3015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70" name="Google Shape;470;p34"/>
          <p:cNvSpPr txBox="1"/>
          <p:nvPr>
            <p:ph idx="3" type="subTitle"/>
          </p:nvPr>
        </p:nvSpPr>
        <p:spPr>
          <a:xfrm>
            <a:off x="4782025" y="2682477"/>
            <a:ext cx="1926900" cy="301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471" name="Google Shape;471;p34"/>
          <p:cNvSpPr txBox="1"/>
          <p:nvPr>
            <p:ph idx="4" type="subTitle"/>
          </p:nvPr>
        </p:nvSpPr>
        <p:spPr>
          <a:xfrm>
            <a:off x="4944882" y="2826125"/>
            <a:ext cx="1584900" cy="3015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72" name="Google Shape;472;p34"/>
          <p:cNvSpPr txBox="1"/>
          <p:nvPr>
            <p:ph idx="5" type="subTitle"/>
          </p:nvPr>
        </p:nvSpPr>
        <p:spPr>
          <a:xfrm>
            <a:off x="4782025" y="3628000"/>
            <a:ext cx="1926900" cy="3015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473" name="Google Shape;473;p34"/>
          <p:cNvSpPr txBox="1"/>
          <p:nvPr>
            <p:ph idx="6" type="subTitle"/>
          </p:nvPr>
        </p:nvSpPr>
        <p:spPr>
          <a:xfrm>
            <a:off x="4944882" y="3771650"/>
            <a:ext cx="1584900" cy="3015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74" name="Google Shape;474;p34"/>
          <p:cNvSpPr txBox="1"/>
          <p:nvPr>
            <p:ph idx="7" type="subTitle"/>
          </p:nvPr>
        </p:nvSpPr>
        <p:spPr>
          <a:xfrm>
            <a:off x="7123375" y="1731500"/>
            <a:ext cx="1747800" cy="3015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475" name="Google Shape;475;p34"/>
          <p:cNvSpPr txBox="1"/>
          <p:nvPr>
            <p:ph idx="8" type="subTitle"/>
          </p:nvPr>
        </p:nvSpPr>
        <p:spPr>
          <a:xfrm>
            <a:off x="7278029" y="1875150"/>
            <a:ext cx="1637400" cy="3015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76" name="Google Shape;476;p34"/>
          <p:cNvSpPr txBox="1"/>
          <p:nvPr>
            <p:ph idx="9" type="subTitle"/>
          </p:nvPr>
        </p:nvSpPr>
        <p:spPr>
          <a:xfrm>
            <a:off x="7123375" y="2682477"/>
            <a:ext cx="1747800" cy="3015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477" name="Google Shape;477;p34"/>
          <p:cNvSpPr txBox="1"/>
          <p:nvPr>
            <p:ph idx="13" type="subTitle"/>
          </p:nvPr>
        </p:nvSpPr>
        <p:spPr>
          <a:xfrm>
            <a:off x="7278029" y="2826127"/>
            <a:ext cx="1637400" cy="3015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78" name="Google Shape;478;p34"/>
          <p:cNvSpPr txBox="1"/>
          <p:nvPr>
            <p:ph idx="14" type="subTitle"/>
          </p:nvPr>
        </p:nvSpPr>
        <p:spPr>
          <a:xfrm>
            <a:off x="7123375" y="3628000"/>
            <a:ext cx="1747800" cy="3015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479" name="Google Shape;479;p34"/>
          <p:cNvSpPr txBox="1"/>
          <p:nvPr>
            <p:ph idx="15" type="subTitle"/>
          </p:nvPr>
        </p:nvSpPr>
        <p:spPr>
          <a:xfrm>
            <a:off x="7278029" y="3771650"/>
            <a:ext cx="1637400" cy="3015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BLANK_1_1_1_1_1_1_1_1_1_1_1_2"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p35"/>
          <p:cNvSpPr txBox="1"/>
          <p:nvPr>
            <p:ph idx="1" type="subTitle"/>
          </p:nvPr>
        </p:nvSpPr>
        <p:spPr>
          <a:xfrm>
            <a:off x="5711285" y="1731500"/>
            <a:ext cx="2846700" cy="3015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482" name="Google Shape;482;p35"/>
          <p:cNvSpPr txBox="1"/>
          <p:nvPr>
            <p:ph type="title"/>
          </p:nvPr>
        </p:nvSpPr>
        <p:spPr>
          <a:xfrm>
            <a:off x="1392601" y="836575"/>
            <a:ext cx="3205200" cy="587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83" name="Google Shape;483;p35"/>
          <p:cNvSpPr/>
          <p:nvPr/>
        </p:nvSpPr>
        <p:spPr>
          <a:xfrm>
            <a:off x="1" y="1262825"/>
            <a:ext cx="1187700" cy="1293600"/>
          </a:xfrm>
          <a:prstGeom prst="snip2DiagRect">
            <a:avLst>
              <a:gd fmla="val 0" name="adj1"/>
              <a:gd fmla="val 50000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484" name="Google Shape;484;p35"/>
          <p:cNvSpPr/>
          <p:nvPr/>
        </p:nvSpPr>
        <p:spPr>
          <a:xfrm>
            <a:off x="1" y="2556277"/>
            <a:ext cx="1187700" cy="1293600"/>
          </a:xfrm>
          <a:prstGeom prst="snip2DiagRect">
            <a:avLst>
              <a:gd fmla="val 0" name="adj1"/>
              <a:gd fmla="val 50000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485" name="Google Shape;485;p35"/>
          <p:cNvSpPr/>
          <p:nvPr/>
        </p:nvSpPr>
        <p:spPr>
          <a:xfrm>
            <a:off x="1" y="3849830"/>
            <a:ext cx="1187700" cy="1293600"/>
          </a:xfrm>
          <a:prstGeom prst="snip2DiagRect">
            <a:avLst>
              <a:gd fmla="val 0" name="adj1"/>
              <a:gd fmla="val 50000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486" name="Google Shape;486;p35"/>
          <p:cNvSpPr/>
          <p:nvPr/>
        </p:nvSpPr>
        <p:spPr>
          <a:xfrm>
            <a:off x="0" y="0"/>
            <a:ext cx="1187700" cy="1262700"/>
          </a:xfrm>
          <a:prstGeom prst="snip2DiagRect">
            <a:avLst>
              <a:gd fmla="val 0" name="adj1"/>
              <a:gd fmla="val 50000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487" name="Google Shape;487;p35"/>
          <p:cNvSpPr txBox="1"/>
          <p:nvPr>
            <p:ph idx="2" type="subTitle"/>
          </p:nvPr>
        </p:nvSpPr>
        <p:spPr>
          <a:xfrm>
            <a:off x="5711285" y="2250475"/>
            <a:ext cx="2846700" cy="3015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488" name="Google Shape;488;p35"/>
          <p:cNvSpPr txBox="1"/>
          <p:nvPr>
            <p:ph idx="3" type="subTitle"/>
          </p:nvPr>
        </p:nvSpPr>
        <p:spPr>
          <a:xfrm>
            <a:off x="5711285" y="2769450"/>
            <a:ext cx="2846700" cy="301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Red Hat Display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489" name="Google Shape;489;p35"/>
          <p:cNvSpPr txBox="1"/>
          <p:nvPr>
            <p:ph idx="4" type="subTitle"/>
          </p:nvPr>
        </p:nvSpPr>
        <p:spPr>
          <a:xfrm>
            <a:off x="5711285" y="3288425"/>
            <a:ext cx="2846700" cy="3015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490" name="Google Shape;490;p35"/>
          <p:cNvSpPr txBox="1"/>
          <p:nvPr>
            <p:ph idx="5" type="subTitle"/>
          </p:nvPr>
        </p:nvSpPr>
        <p:spPr>
          <a:xfrm>
            <a:off x="5711285" y="3807400"/>
            <a:ext cx="2846700" cy="3015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491" name="Google Shape;491;p35"/>
          <p:cNvSpPr txBox="1"/>
          <p:nvPr>
            <p:ph idx="6" type="subTitle"/>
          </p:nvPr>
        </p:nvSpPr>
        <p:spPr>
          <a:xfrm>
            <a:off x="5711285" y="4326375"/>
            <a:ext cx="2846700" cy="3015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ext steps">
  <p:cSld name="CUSTOM_6"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p36"/>
          <p:cNvSpPr/>
          <p:nvPr/>
        </p:nvSpPr>
        <p:spPr>
          <a:xfrm rot="5400000">
            <a:off x="446600" y="-454900"/>
            <a:ext cx="2712900" cy="3605700"/>
          </a:xfrm>
          <a:prstGeom prst="snip1Rect">
            <a:avLst>
              <a:gd fmla="val 39812" name="adj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494" name="Google Shape;494;p36"/>
          <p:cNvSpPr txBox="1"/>
          <p:nvPr>
            <p:ph type="title"/>
          </p:nvPr>
        </p:nvSpPr>
        <p:spPr>
          <a:xfrm>
            <a:off x="228600" y="525200"/>
            <a:ext cx="3154500" cy="5877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4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495" name="Google Shape;495;p36"/>
          <p:cNvSpPr txBox="1"/>
          <p:nvPr>
            <p:ph idx="1" type="subTitle"/>
          </p:nvPr>
        </p:nvSpPr>
        <p:spPr>
          <a:xfrm>
            <a:off x="228600" y="1185575"/>
            <a:ext cx="2806800" cy="95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496" name="Google Shape;496;p36"/>
          <p:cNvSpPr txBox="1"/>
          <p:nvPr>
            <p:ph idx="2" type="subTitle"/>
          </p:nvPr>
        </p:nvSpPr>
        <p:spPr>
          <a:xfrm>
            <a:off x="4784300" y="1597250"/>
            <a:ext cx="873600" cy="33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9pPr>
          </a:lstStyle>
          <a:p/>
        </p:txBody>
      </p:sp>
      <p:sp>
        <p:nvSpPr>
          <p:cNvPr id="497" name="Google Shape;497;p36"/>
          <p:cNvSpPr txBox="1"/>
          <p:nvPr>
            <p:ph idx="3" type="subTitle"/>
          </p:nvPr>
        </p:nvSpPr>
        <p:spPr>
          <a:xfrm>
            <a:off x="6129000" y="1600050"/>
            <a:ext cx="1887300" cy="651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9pPr>
          </a:lstStyle>
          <a:p/>
        </p:txBody>
      </p:sp>
      <p:sp>
        <p:nvSpPr>
          <p:cNvPr id="498" name="Google Shape;498;p36"/>
          <p:cNvSpPr txBox="1"/>
          <p:nvPr>
            <p:ph idx="4" type="subTitle"/>
          </p:nvPr>
        </p:nvSpPr>
        <p:spPr>
          <a:xfrm>
            <a:off x="6129000" y="2669675"/>
            <a:ext cx="1887300" cy="651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9pPr>
          </a:lstStyle>
          <a:p/>
        </p:txBody>
      </p:sp>
      <p:sp>
        <p:nvSpPr>
          <p:cNvPr id="499" name="Google Shape;499;p36"/>
          <p:cNvSpPr txBox="1"/>
          <p:nvPr>
            <p:ph idx="5" type="subTitle"/>
          </p:nvPr>
        </p:nvSpPr>
        <p:spPr>
          <a:xfrm>
            <a:off x="6129000" y="3739250"/>
            <a:ext cx="1887300" cy="651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9pPr>
          </a:lstStyle>
          <a:p/>
        </p:txBody>
      </p:sp>
      <p:sp>
        <p:nvSpPr>
          <p:cNvPr id="500" name="Google Shape;500;p36"/>
          <p:cNvSpPr txBox="1"/>
          <p:nvPr>
            <p:ph idx="6" type="subTitle"/>
          </p:nvPr>
        </p:nvSpPr>
        <p:spPr>
          <a:xfrm>
            <a:off x="4784300" y="2668250"/>
            <a:ext cx="873600" cy="33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9pPr>
          </a:lstStyle>
          <a:p/>
        </p:txBody>
      </p:sp>
      <p:sp>
        <p:nvSpPr>
          <p:cNvPr id="501" name="Google Shape;501;p36"/>
          <p:cNvSpPr txBox="1"/>
          <p:nvPr>
            <p:ph idx="7" type="subTitle"/>
          </p:nvPr>
        </p:nvSpPr>
        <p:spPr>
          <a:xfrm>
            <a:off x="4784300" y="3739250"/>
            <a:ext cx="873600" cy="33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p37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  <p:sp>
        <p:nvSpPr>
          <p:cNvPr id="506" name="Google Shape;506;p3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  <p:sp>
        <p:nvSpPr>
          <p:cNvPr id="509" name="Google Shape;509;p39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10" name="Google Shape;510;p39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51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p40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  <p:sp>
        <p:nvSpPr>
          <p:cNvPr id="513" name="Google Shape;513;p40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514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41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p42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518" name="Google Shape;518;p42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19" name="Google Shape;519;p42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p43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p44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24" name="Google Shape;524;p44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 algn="ctr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 algn="ctr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 algn="ctr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 algn="ctr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 algn="ctr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 algn="ctr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 algn="ctr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 algn="ctr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 algn="ctr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526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p4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  <p:sp>
        <p:nvSpPr>
          <p:cNvPr id="528" name="Google Shape;528;p46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29" name="Google Shape;529;p46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p47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532" name="Google Shape;532;p47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33" name="Google Shape;533;p47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534" name="Google Shape;534;p47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35" name="Google Shape;535;p47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536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p48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38" name="Google Shape;538;p48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539" name="Google Shape;539;p48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540" name="Google Shape;540;p48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41" name="Google Shape;541;p48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42" name="Google Shape;542;p48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43" name="Google Shape;543;p48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p49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46" name="Google Shape;546;p49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547" name="Google Shape;547;p49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548" name="Google Shape;548;p49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549" name="Google Shape;549;p49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550" name="Google Shape;550;p49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51" name="Google Shape;551;p49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52" name="Google Shape;552;p49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53" name="Google Shape;553;p49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554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p5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  <p:sp>
        <p:nvSpPr>
          <p:cNvPr id="556" name="Google Shape;556;p50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557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51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59" name="Google Shape;559;p51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560" name="Google Shape;560;p51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561" name="Google Shape;561;p51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62" name="Google Shape;562;p5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  <p:sp>
        <p:nvSpPr>
          <p:cNvPr id="563" name="Google Shape;563;p51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564" name="Google Shape;564;p51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565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p52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67" name="Google Shape;567;p52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568" name="Google Shape;568;p52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569" name="Google Shape;569;p52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70" name="Google Shape;570;p52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571" name="Google Shape;571;p52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72" name="Google Shape;572;p5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  <p:sp>
        <p:nvSpPr>
          <p:cNvPr id="573" name="Google Shape;573;p52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574" name="Google Shape;574;p52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575" name="Google Shape;575;p52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576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Google Shape;577;p53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578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Google Shape;579;p54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80" name="Google Shape;580;p54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81" name="Google Shape;581;p54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82" name="Google Shape;582;p54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83" name="Google Shape;583;p54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84" name="Google Shape;584;p54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85" name="Google Shape;585;p54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  <p:sp>
        <p:nvSpPr>
          <p:cNvPr id="586" name="Google Shape;586;p54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87" name="Google Shape;587;p54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88" name="Google Shape;588;p54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TITLEANDBULLETS_C">
  <p:cSld name="TITLE_AND_BODY_2_1_1_1">
    <p:spTree>
      <p:nvGrpSpPr>
        <p:cNvPr id="589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Google Shape;590;p55"/>
          <p:cNvSpPr txBox="1"/>
          <p:nvPr>
            <p:ph type="title"/>
          </p:nvPr>
        </p:nvSpPr>
        <p:spPr>
          <a:xfrm>
            <a:off x="327575" y="289525"/>
            <a:ext cx="3548100" cy="109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  <p:sp>
        <p:nvSpPr>
          <p:cNvPr id="591" name="Google Shape;591;p55"/>
          <p:cNvSpPr txBox="1"/>
          <p:nvPr>
            <p:ph idx="1" type="body"/>
          </p:nvPr>
        </p:nvSpPr>
        <p:spPr>
          <a:xfrm>
            <a:off x="327575" y="1565671"/>
            <a:ext cx="3548100" cy="328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592" name="Google Shape;592;p55"/>
          <p:cNvSpPr/>
          <p:nvPr>
            <p:ph idx="2" type="pic"/>
          </p:nvPr>
        </p:nvSpPr>
        <p:spPr>
          <a:xfrm>
            <a:off x="4298349" y="316350"/>
            <a:ext cx="4510800" cy="451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TITLEANDBULLETS_F">
  <p:cSld name="TITLE_AND_BODY_2_1_1_1_1_1_1_1_1">
    <p:spTree>
      <p:nvGrpSpPr>
        <p:cNvPr id="593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Google Shape;594;p56"/>
          <p:cNvSpPr txBox="1"/>
          <p:nvPr>
            <p:ph type="title"/>
          </p:nvPr>
        </p:nvSpPr>
        <p:spPr>
          <a:xfrm>
            <a:off x="350350" y="226400"/>
            <a:ext cx="3505500" cy="1094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  <p:sp>
        <p:nvSpPr>
          <p:cNvPr id="595" name="Google Shape;595;p56"/>
          <p:cNvSpPr txBox="1"/>
          <p:nvPr>
            <p:ph idx="1" type="body"/>
          </p:nvPr>
        </p:nvSpPr>
        <p:spPr>
          <a:xfrm>
            <a:off x="350350" y="1598500"/>
            <a:ext cx="3505500" cy="33186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96" name="Google Shape;596;p56"/>
          <p:cNvSpPr/>
          <p:nvPr>
            <p:ph idx="2" type="pic"/>
          </p:nvPr>
        </p:nvSpPr>
        <p:spPr>
          <a:xfrm>
            <a:off x="4101622" y="226350"/>
            <a:ext cx="4690800" cy="46908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51.xml"/><Relationship Id="rId20" Type="http://schemas.openxmlformats.org/officeDocument/2006/relationships/slideLayout" Target="../slideLayouts/slideLayout31.xml"/><Relationship Id="rId42" Type="http://schemas.openxmlformats.org/officeDocument/2006/relationships/slideLayout" Target="../slideLayouts/slideLayout53.xml"/><Relationship Id="rId41" Type="http://schemas.openxmlformats.org/officeDocument/2006/relationships/slideLayout" Target="../slideLayouts/slideLayout52.xml"/><Relationship Id="rId22" Type="http://schemas.openxmlformats.org/officeDocument/2006/relationships/slideLayout" Target="../slideLayouts/slideLayout33.xml"/><Relationship Id="rId44" Type="http://schemas.openxmlformats.org/officeDocument/2006/relationships/theme" Target="../theme/theme1.xml"/><Relationship Id="rId21" Type="http://schemas.openxmlformats.org/officeDocument/2006/relationships/slideLayout" Target="../slideLayouts/slideLayout32.xml"/><Relationship Id="rId43" Type="http://schemas.openxmlformats.org/officeDocument/2006/relationships/slideLayout" Target="../slideLayouts/slideLayout54.xml"/><Relationship Id="rId24" Type="http://schemas.openxmlformats.org/officeDocument/2006/relationships/slideLayout" Target="../slideLayouts/slideLayout35.xml"/><Relationship Id="rId23" Type="http://schemas.openxmlformats.org/officeDocument/2006/relationships/slideLayout" Target="../slideLayouts/slideLayout34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26" Type="http://schemas.openxmlformats.org/officeDocument/2006/relationships/slideLayout" Target="../slideLayouts/slideLayout37.xml"/><Relationship Id="rId25" Type="http://schemas.openxmlformats.org/officeDocument/2006/relationships/slideLayout" Target="../slideLayouts/slideLayout36.xml"/><Relationship Id="rId28" Type="http://schemas.openxmlformats.org/officeDocument/2006/relationships/slideLayout" Target="../slideLayouts/slideLayout39.xml"/><Relationship Id="rId27" Type="http://schemas.openxmlformats.org/officeDocument/2006/relationships/slideLayout" Target="../slideLayouts/slideLayout38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29" Type="http://schemas.openxmlformats.org/officeDocument/2006/relationships/slideLayout" Target="../slideLayouts/slideLayout40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42.xml"/><Relationship Id="rId30" Type="http://schemas.openxmlformats.org/officeDocument/2006/relationships/slideLayout" Target="../slideLayouts/slideLayout41.xml"/><Relationship Id="rId11" Type="http://schemas.openxmlformats.org/officeDocument/2006/relationships/slideLayout" Target="../slideLayouts/slideLayout22.xml"/><Relationship Id="rId33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21.xml"/><Relationship Id="rId32" Type="http://schemas.openxmlformats.org/officeDocument/2006/relationships/slideLayout" Target="../slideLayouts/slideLayout43.xml"/><Relationship Id="rId13" Type="http://schemas.openxmlformats.org/officeDocument/2006/relationships/slideLayout" Target="../slideLayouts/slideLayout24.xml"/><Relationship Id="rId35" Type="http://schemas.openxmlformats.org/officeDocument/2006/relationships/slideLayout" Target="../slideLayouts/slideLayout46.xml"/><Relationship Id="rId12" Type="http://schemas.openxmlformats.org/officeDocument/2006/relationships/slideLayout" Target="../slideLayouts/slideLayout23.xml"/><Relationship Id="rId34" Type="http://schemas.openxmlformats.org/officeDocument/2006/relationships/slideLayout" Target="../slideLayouts/slideLayout45.xml"/><Relationship Id="rId15" Type="http://schemas.openxmlformats.org/officeDocument/2006/relationships/slideLayout" Target="../slideLayouts/slideLayout26.xml"/><Relationship Id="rId37" Type="http://schemas.openxmlformats.org/officeDocument/2006/relationships/slideLayout" Target="../slideLayouts/slideLayout48.xml"/><Relationship Id="rId14" Type="http://schemas.openxmlformats.org/officeDocument/2006/relationships/slideLayout" Target="../slideLayouts/slideLayout25.xml"/><Relationship Id="rId36" Type="http://schemas.openxmlformats.org/officeDocument/2006/relationships/slideLayout" Target="../slideLayouts/slideLayout47.xml"/><Relationship Id="rId17" Type="http://schemas.openxmlformats.org/officeDocument/2006/relationships/slideLayout" Target="../slideLayouts/slideLayout28.xml"/><Relationship Id="rId39" Type="http://schemas.openxmlformats.org/officeDocument/2006/relationships/slideLayout" Target="../slideLayouts/slideLayout50.xml"/><Relationship Id="rId16" Type="http://schemas.openxmlformats.org/officeDocument/2006/relationships/slideLayout" Target="../slideLayouts/slideLayout27.xml"/><Relationship Id="rId38" Type="http://schemas.openxmlformats.org/officeDocument/2006/relationships/slideLayout" Target="../slideLayouts/slideLayout49.xml"/><Relationship Id="rId19" Type="http://schemas.openxmlformats.org/officeDocument/2006/relationships/slideLayout" Target="../slideLayouts/slideLayout30.xml"/><Relationship Id="rId18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idx="1" type="body"/>
          </p:nvPr>
        </p:nvSpPr>
        <p:spPr>
          <a:xfrm>
            <a:off x="228600" y="1895400"/>
            <a:ext cx="5760600" cy="301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sp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Char char="●"/>
              <a:defRPr sz="10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Char char="○"/>
              <a:defRPr sz="10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Char char="■"/>
              <a:defRPr sz="10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Char char="●"/>
              <a:defRPr sz="10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Char char="○"/>
              <a:defRPr sz="10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Char char="■"/>
              <a:defRPr sz="10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Char char="●"/>
              <a:defRPr sz="10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Char char="○"/>
              <a:defRPr sz="10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Red Hat Display"/>
              <a:buChar char="■"/>
              <a:defRPr sz="10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type="title"/>
          </p:nvPr>
        </p:nvSpPr>
        <p:spPr>
          <a:xfrm>
            <a:off x="188850" y="312400"/>
            <a:ext cx="4469700" cy="44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Red Hat Display"/>
              <a:buNone/>
              <a:defRPr sz="2400">
                <a:solidFill>
                  <a:schemeClr val="dk2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Red Hat Display"/>
              <a:buNone/>
              <a:defRPr sz="2400">
                <a:solidFill>
                  <a:schemeClr val="dk2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Red Hat Display"/>
              <a:buNone/>
              <a:defRPr sz="2400">
                <a:solidFill>
                  <a:schemeClr val="dk2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Red Hat Display"/>
              <a:buNone/>
              <a:defRPr sz="2400">
                <a:solidFill>
                  <a:schemeClr val="dk2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Red Hat Display"/>
              <a:buNone/>
              <a:defRPr sz="2400">
                <a:solidFill>
                  <a:schemeClr val="dk2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Red Hat Display"/>
              <a:buNone/>
              <a:defRPr sz="2400">
                <a:solidFill>
                  <a:schemeClr val="dk2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Red Hat Display"/>
              <a:buNone/>
              <a:defRPr sz="2400">
                <a:solidFill>
                  <a:schemeClr val="dk2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Red Hat Display"/>
              <a:buNone/>
              <a:defRPr sz="2400">
                <a:solidFill>
                  <a:schemeClr val="dk2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Red Hat Display"/>
              <a:buNone/>
              <a:defRPr sz="2400">
                <a:solidFill>
                  <a:schemeClr val="dk2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2" type="body"/>
          </p:nvPr>
        </p:nvSpPr>
        <p:spPr>
          <a:xfrm>
            <a:off x="4523800" y="1983025"/>
            <a:ext cx="4043400" cy="24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 sz="9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 sz="9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 sz="9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 sz="9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 sz="9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 sz="9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 sz="9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 sz="9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 sz="9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  <p:sldLayoutId id="2147483678" r:id="rId20"/>
    <p:sldLayoutId id="2147483679" r:id="rId21"/>
    <p:sldLayoutId id="2147483680" r:id="rId22"/>
    <p:sldLayoutId id="2147483681" r:id="rId23"/>
    <p:sldLayoutId id="2147483682" r:id="rId24"/>
    <p:sldLayoutId id="2147483683" r:id="rId25"/>
    <p:sldLayoutId id="2147483684" r:id="rId26"/>
    <p:sldLayoutId id="2147483685" r:id="rId27"/>
    <p:sldLayoutId id="2147483686" r:id="rId28"/>
    <p:sldLayoutId id="2147483687" r:id="rId29"/>
    <p:sldLayoutId id="2147483688" r:id="rId30"/>
    <p:sldLayoutId id="2147483689" r:id="rId31"/>
    <p:sldLayoutId id="2147483690" r:id="rId32"/>
    <p:sldLayoutId id="2147483691" r:id="rId33"/>
    <p:sldLayoutId id="2147483692" r:id="rId34"/>
    <p:sldLayoutId id="2147483693" r:id="rId35"/>
    <p:sldLayoutId id="2147483694" r:id="rId36"/>
    <p:sldLayoutId id="2147483695" r:id="rId37"/>
    <p:sldLayoutId id="2147483696" r:id="rId38"/>
    <p:sldLayoutId id="2147483697" r:id="rId39"/>
    <p:sldLayoutId id="2147483698" r:id="rId40"/>
    <p:sldLayoutId id="2147483699" r:id="rId41"/>
    <p:sldLayoutId id="2147483700" r:id="rId42"/>
    <p:sldLayoutId id="2147483701" r:id="rId4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5616">
          <p15:clr>
            <a:srgbClr val="E46962"/>
          </p15:clr>
        </p15:guide>
        <p15:guide id="2" pos="144">
          <p15:clr>
            <a:srgbClr val="E46962"/>
          </p15:clr>
        </p15:guide>
        <p15:guide id="3" orient="horz" pos="144">
          <p15:clr>
            <a:srgbClr val="E46962"/>
          </p15:clr>
        </p15:guide>
        <p15:guide id="4" orient="horz" pos="3094">
          <p15:clr>
            <a:srgbClr val="E46962"/>
          </p15:clr>
        </p15:guide>
        <p15:guide id="5" pos="2850">
          <p15:clr>
            <a:srgbClr val="E46962"/>
          </p15:clr>
        </p15:guide>
        <p15:guide id="6" pos="2910">
          <p15:clr>
            <a:srgbClr val="E46962"/>
          </p15:clr>
        </p15:guide>
        <p15:guide id="7" pos="1468">
          <p15:clr>
            <a:srgbClr val="E46962"/>
          </p15:clr>
        </p15:guide>
        <p15:guide id="8" pos="1527">
          <p15:clr>
            <a:srgbClr val="E46962"/>
          </p15:clr>
        </p15:guide>
        <p15:guide id="9" pos="4226">
          <p15:clr>
            <a:srgbClr val="E46962"/>
          </p15:clr>
        </p15:guide>
        <p15:guide id="10" pos="4285">
          <p15:clr>
            <a:srgbClr val="E46962"/>
          </p15:clr>
        </p15:guide>
        <p15:guide id="11" pos="3773">
          <p15:clr>
            <a:srgbClr val="E46962"/>
          </p15:clr>
        </p15:guide>
        <p15:guide id="12" pos="3830">
          <p15:clr>
            <a:srgbClr val="E46962"/>
          </p15:clr>
        </p15:guide>
        <p15:guide id="13" pos="1930">
          <p15:clr>
            <a:srgbClr val="E46962"/>
          </p15:clr>
        </p15:guide>
        <p15:guide id="14" pos="1987">
          <p15:clr>
            <a:srgbClr val="E46962"/>
          </p15:clr>
        </p15:guide>
        <p15:guide id="15" orient="horz" pos="288">
          <p15:clr>
            <a:srgbClr val="E46962"/>
          </p15:clr>
        </p15:guide>
        <p15:guide id="16" orient="horz" pos="2950">
          <p15:clr>
            <a:srgbClr val="E46962"/>
          </p15:clr>
        </p15:guide>
        <p15:guide id="17" orient="horz" pos="1135">
          <p15:clr>
            <a:srgbClr val="E46962"/>
          </p15:clr>
        </p15:guide>
        <p15:guide id="18" orient="horz" pos="1194">
          <p15:clr>
            <a:srgbClr val="E46962"/>
          </p15:clr>
        </p15:guide>
        <p15:guide id="19" orient="horz" pos="2043">
          <p15:clr>
            <a:srgbClr val="E46962"/>
          </p15:clr>
        </p15:guide>
        <p15:guide id="20" orient="horz" pos="2103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jpg"/><Relationship Id="rId4" Type="http://schemas.openxmlformats.org/officeDocument/2006/relationships/image" Target="../media/image5.png"/><Relationship Id="rId5" Type="http://schemas.openxmlformats.org/officeDocument/2006/relationships/image" Target="../media/image3.png"/><Relationship Id="rId6" Type="http://schemas.openxmlformats.org/officeDocument/2006/relationships/image" Target="../media/image6.png"/><Relationship Id="rId7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6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6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6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6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6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6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6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6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6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6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9.png"/><Relationship Id="rId4" Type="http://schemas.openxmlformats.org/officeDocument/2006/relationships/image" Target="../media/image7.png"/><Relationship Id="rId5" Type="http://schemas.openxmlformats.org/officeDocument/2006/relationships/hyperlink" Target="https://www.blackberry.com/content/dam/bbcomv4/blackberry-com/en/company/research-and-intelligence/OceanLotus-Steganography-Malware-Analysis-White-Paper.pdf" TargetMode="Externa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6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6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0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6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6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6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6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6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6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6.xml"/><Relationship Id="rId2" Type="http://schemas.openxmlformats.org/officeDocument/2006/relationships/notesSlide" Target="../notesSlides/notesSlide21.xml"/><Relationship Id="rId3" Type="http://schemas.openxmlformats.org/officeDocument/2006/relationships/hyperlink" Target="https://github.com/ReversingID/Crypto-Reference" TargetMode="External"/><Relationship Id="rId4" Type="http://schemas.openxmlformats.org/officeDocument/2006/relationships/hyperlink" Target="https://cryptopals.com/" TargetMode="External"/><Relationship Id="rId5" Type="http://schemas.openxmlformats.org/officeDocument/2006/relationships/hyperlink" Target="https://cryptologie.net/" TargetMode="External"/><Relationship Id="rId6" Type="http://schemas.openxmlformats.org/officeDocument/2006/relationships/hyperlink" Target="https://openquantumsafe.org/" TargetMode="External"/><Relationship Id="rId7" Type="http://schemas.openxmlformats.org/officeDocument/2006/relationships/image" Target="../media/image12.gif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6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0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p57"/>
          <p:cNvSpPr txBox="1"/>
          <p:nvPr>
            <p:ph type="title"/>
          </p:nvPr>
        </p:nvSpPr>
        <p:spPr>
          <a:xfrm>
            <a:off x="259050" y="2207719"/>
            <a:ext cx="5760900" cy="20508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Cryptography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rgbClr val="FFFF00"/>
                </a:solidFill>
              </a:rPr>
              <a:t>In Cyber Security</a:t>
            </a:r>
            <a:endParaRPr sz="4000">
              <a:solidFill>
                <a:srgbClr val="FFFF00"/>
              </a:solidFill>
            </a:endParaRPr>
          </a:p>
        </p:txBody>
      </p:sp>
      <p:sp>
        <p:nvSpPr>
          <p:cNvPr id="602" name="Google Shape;602;p57"/>
          <p:cNvSpPr txBox="1"/>
          <p:nvPr/>
        </p:nvSpPr>
        <p:spPr>
          <a:xfrm>
            <a:off x="7128612" y="4793629"/>
            <a:ext cx="1730700" cy="17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lt2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2025</a:t>
            </a:r>
            <a:endParaRPr sz="800">
              <a:solidFill>
                <a:schemeClr val="lt2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603" name="Google Shape;603;p57"/>
          <p:cNvSpPr txBox="1"/>
          <p:nvPr/>
        </p:nvSpPr>
        <p:spPr>
          <a:xfrm>
            <a:off x="228600" y="4793631"/>
            <a:ext cx="2996100" cy="17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lt2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Satria Ady Pradana</a:t>
            </a:r>
            <a:endParaRPr sz="800">
              <a:solidFill>
                <a:schemeClr val="lt2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7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Google Shape;608;p58"/>
          <p:cNvSpPr txBox="1"/>
          <p:nvPr>
            <p:ph type="title"/>
          </p:nvPr>
        </p:nvSpPr>
        <p:spPr>
          <a:xfrm>
            <a:off x="1392601" y="836575"/>
            <a:ext cx="3205200" cy="7389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Who?</a:t>
            </a:r>
            <a:endParaRPr/>
          </a:p>
        </p:txBody>
      </p:sp>
      <p:pic>
        <p:nvPicPr>
          <p:cNvPr id="609" name="Google Shape;609;p58" title="pikachu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34650" y="1638350"/>
            <a:ext cx="2253850" cy="2253850"/>
          </a:xfrm>
          <a:prstGeom prst="rect">
            <a:avLst/>
          </a:prstGeom>
          <a:noFill/>
          <a:ln>
            <a:noFill/>
          </a:ln>
        </p:spPr>
      </p:pic>
      <p:sp>
        <p:nvSpPr>
          <p:cNvPr id="610" name="Google Shape;610;p58"/>
          <p:cNvSpPr txBox="1"/>
          <p:nvPr/>
        </p:nvSpPr>
        <p:spPr>
          <a:xfrm>
            <a:off x="3820650" y="1448351"/>
            <a:ext cx="4337400" cy="50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00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Satria</a:t>
            </a:r>
            <a:r>
              <a:rPr b="1" lang="en" sz="24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 Ady Pradana</a:t>
            </a:r>
            <a:endParaRPr b="1" sz="2400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611" name="Google Shape;611;p58"/>
          <p:cNvSpPr txBox="1"/>
          <p:nvPr/>
        </p:nvSpPr>
        <p:spPr>
          <a:xfrm>
            <a:off x="3769350" y="2019025"/>
            <a:ext cx="4836300" cy="14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ed Hat Display"/>
              <a:buChar char="●"/>
            </a:pPr>
            <a:r>
              <a:rPr lang="en" sz="16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Adversarial Engineer at </a:t>
            </a:r>
            <a:r>
              <a:rPr lang="en" sz="1600">
                <a:solidFill>
                  <a:srgbClr val="00FF00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Grab</a:t>
            </a:r>
            <a:endParaRPr sz="1600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ed Hat Display"/>
              <a:buChar char="●"/>
            </a:pPr>
            <a:r>
              <a:rPr lang="en" sz="16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Community Leader of </a:t>
            </a:r>
            <a:r>
              <a:rPr lang="en" sz="1600">
                <a:solidFill>
                  <a:srgbClr val="00FFFF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Reversing.ID</a:t>
            </a:r>
            <a:endParaRPr sz="1600">
              <a:solidFill>
                <a:srgbClr val="00FFFF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ed Hat Display"/>
              <a:buChar char="●"/>
            </a:pPr>
            <a:r>
              <a:rPr lang="en" sz="16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Malware analyst and developer in my free time</a:t>
            </a:r>
            <a:endParaRPr sz="1600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ed Hat Display"/>
              <a:buChar char="●"/>
            </a:pPr>
            <a:r>
              <a:rPr lang="en" sz="16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Love low-level stuffs</a:t>
            </a:r>
            <a:endParaRPr sz="1600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ed Hat Display"/>
              <a:buChar char="●"/>
            </a:pPr>
            <a:r>
              <a:rPr lang="en" sz="16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IF ITB 2010 - </a:t>
            </a:r>
            <a:r>
              <a:rPr b="1" lang="en" sz="1600">
                <a:solidFill>
                  <a:srgbClr val="00FFFF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Korlab Sister 2012  </a:t>
            </a:r>
            <a:r>
              <a:rPr lang="en" sz="1600">
                <a:solidFill>
                  <a:srgbClr val="FFFFFF"/>
                </a:solidFill>
              </a:rPr>
              <a:t>👈</a:t>
            </a:r>
            <a:endParaRPr b="1" sz="1600">
              <a:solidFill>
                <a:srgbClr val="00FFFF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612" name="Google Shape;612;p58"/>
          <p:cNvSpPr txBox="1"/>
          <p:nvPr/>
        </p:nvSpPr>
        <p:spPr>
          <a:xfrm>
            <a:off x="5623958" y="4325624"/>
            <a:ext cx="1023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@xathrya</a:t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3" name="Google Shape;613;p58"/>
          <p:cNvSpPr txBox="1"/>
          <p:nvPr/>
        </p:nvSpPr>
        <p:spPr>
          <a:xfrm>
            <a:off x="7512758" y="4322674"/>
            <a:ext cx="1092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@xathrya_</a:t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4" name="Google Shape;614;p58"/>
          <p:cNvSpPr txBox="1"/>
          <p:nvPr/>
        </p:nvSpPr>
        <p:spPr>
          <a:xfrm>
            <a:off x="7530908" y="3789274"/>
            <a:ext cx="858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xathrya</a:t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5" name="Google Shape;615;p58"/>
          <p:cNvSpPr txBox="1"/>
          <p:nvPr/>
        </p:nvSpPr>
        <p:spPr>
          <a:xfrm>
            <a:off x="5623958" y="3792224"/>
            <a:ext cx="1023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xathrya</a:t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16" name="Google Shape;616;p5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282158" y="3866511"/>
            <a:ext cx="342275" cy="342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17" name="Google Shape;617;p5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147290" y="3866528"/>
            <a:ext cx="342268" cy="342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18" name="Google Shape;618;p5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287358" y="4351637"/>
            <a:ext cx="342275" cy="342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19" name="Google Shape;619;p5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170491" y="4368817"/>
            <a:ext cx="342268" cy="342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3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Google Shape;624;p5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Adversary Simulation? </a:t>
            </a:r>
            <a:endParaRPr/>
          </a:p>
        </p:txBody>
      </p:sp>
      <p:sp>
        <p:nvSpPr>
          <p:cNvPr id="625" name="Google Shape;625;p5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Another term for </a:t>
            </a:r>
            <a:r>
              <a:rPr lang="en" sz="1600">
                <a:solidFill>
                  <a:srgbClr val="FFFF00"/>
                </a:solidFill>
              </a:rPr>
              <a:t>red-team operations</a:t>
            </a:r>
            <a:r>
              <a:rPr lang="en" sz="1600"/>
              <a:t>.</a:t>
            </a:r>
            <a:endParaRPr sz="1600"/>
          </a:p>
          <a:p>
            <a:pPr indent="-3302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Originate from </a:t>
            </a:r>
            <a:r>
              <a:rPr lang="en" sz="1600">
                <a:solidFill>
                  <a:srgbClr val="FFFF00"/>
                </a:solidFill>
              </a:rPr>
              <a:t>military</a:t>
            </a:r>
            <a:r>
              <a:rPr lang="en" sz="1600"/>
              <a:t> practices.</a:t>
            </a:r>
            <a:endParaRPr sz="1600"/>
          </a:p>
          <a:p>
            <a:pPr indent="-3302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Evaluate security posture by </a:t>
            </a:r>
            <a:r>
              <a:rPr lang="en" sz="1600">
                <a:solidFill>
                  <a:srgbClr val="FFFF00"/>
                </a:solidFill>
              </a:rPr>
              <a:t>posing as an attacker</a:t>
            </a:r>
            <a:r>
              <a:rPr lang="en" sz="1600"/>
              <a:t>.</a:t>
            </a:r>
            <a:endParaRPr sz="1600"/>
          </a:p>
          <a:p>
            <a:pPr indent="-3302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Attack simulation designed to measure how well organization’s security controls can withstand attacks from real-life adversaries.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9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Google Shape;630;p6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00"/>
                </a:solidFill>
              </a:rPr>
              <a:t>Sample Scenario: Malware Delivery</a:t>
            </a:r>
            <a:endParaRPr>
              <a:solidFill>
                <a:srgbClr val="FFFF00"/>
              </a:solidFill>
            </a:endParaRPr>
          </a:p>
        </p:txBody>
      </p:sp>
      <p:pic>
        <p:nvPicPr>
          <p:cNvPr id="631" name="Google Shape;631;p60" title="rt-infrastructure-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22363" y="975025"/>
            <a:ext cx="6993172" cy="38209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5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" name="Google Shape;636;p6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00"/>
                </a:solidFill>
              </a:rPr>
              <a:t>Our Campaign Activities</a:t>
            </a:r>
            <a:endParaRPr>
              <a:solidFill>
                <a:srgbClr val="FFFF00"/>
              </a:solidFill>
            </a:endParaRPr>
          </a:p>
        </p:txBody>
      </p:sp>
      <p:sp>
        <p:nvSpPr>
          <p:cNvPr id="637" name="Google Shape;637;p6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>
                <a:solidFill>
                  <a:srgbClr val="FFFF00"/>
                </a:solidFill>
              </a:rPr>
              <a:t>Breach</a:t>
            </a:r>
            <a:r>
              <a:rPr lang="en" sz="1600"/>
              <a:t> the system, as deep as possible.</a:t>
            </a:r>
            <a:endParaRPr sz="1600"/>
          </a:p>
          <a:p>
            <a:pPr indent="-3302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Achieve the </a:t>
            </a:r>
            <a:r>
              <a:rPr lang="en" sz="1600">
                <a:solidFill>
                  <a:srgbClr val="FFFF00"/>
                </a:solidFill>
              </a:rPr>
              <a:t>objectives</a:t>
            </a:r>
            <a:r>
              <a:rPr lang="en" sz="1600"/>
              <a:t>.</a:t>
            </a:r>
            <a:endParaRPr sz="1600"/>
          </a:p>
          <a:p>
            <a:pPr indent="-3302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Stay </a:t>
            </a:r>
            <a:r>
              <a:rPr lang="en" sz="1600">
                <a:solidFill>
                  <a:srgbClr val="FFFF00"/>
                </a:solidFill>
              </a:rPr>
              <a:t>undetected</a:t>
            </a:r>
            <a:endParaRPr sz="1600"/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And that’s why we use cryptography as enabler.</a:t>
            </a:r>
            <a:endParaRPr sz="16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1" name="Shape 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Google Shape;642;p6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00"/>
                </a:solidFill>
              </a:rPr>
              <a:t>How do We Use Cryptography?</a:t>
            </a:r>
            <a:endParaRPr>
              <a:solidFill>
                <a:srgbClr val="FFFF00"/>
              </a:solidFill>
            </a:endParaRPr>
          </a:p>
        </p:txBody>
      </p:sp>
      <p:sp>
        <p:nvSpPr>
          <p:cNvPr id="643" name="Google Shape;643;p6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Practical approach!</a:t>
            </a:r>
            <a:endParaRPr sz="1600"/>
          </a:p>
          <a:p>
            <a:pPr indent="-33020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Choosing </a:t>
            </a:r>
            <a:r>
              <a:rPr lang="en" sz="1600">
                <a:solidFill>
                  <a:srgbClr val="FFFF00"/>
                </a:solidFill>
              </a:rPr>
              <a:t>suitable</a:t>
            </a:r>
            <a:r>
              <a:rPr lang="en" sz="1600"/>
              <a:t> algorithm for the case.</a:t>
            </a:r>
            <a:endParaRPr sz="1600"/>
          </a:p>
          <a:p>
            <a:pPr indent="-33020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Implement the algorithm </a:t>
            </a:r>
            <a:r>
              <a:rPr lang="en" sz="1600">
                <a:solidFill>
                  <a:srgbClr val="FFFF00"/>
                </a:solidFill>
              </a:rPr>
              <a:t>correctly</a:t>
            </a:r>
            <a:r>
              <a:rPr lang="en" sz="1600"/>
              <a:t>.</a:t>
            </a:r>
            <a:endParaRPr sz="1600"/>
          </a:p>
          <a:p>
            <a:pPr indent="-3302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It’s rare to create new algorithm or breaking existing one.</a:t>
            </a:r>
            <a:endParaRPr sz="16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7" name="Shape 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Google Shape;648;p6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00"/>
                </a:solidFill>
              </a:rPr>
              <a:t>Cryptography for Offensive Security</a:t>
            </a:r>
            <a:endParaRPr>
              <a:solidFill>
                <a:srgbClr val="FFFF00"/>
              </a:solidFill>
            </a:endParaRPr>
          </a:p>
        </p:txBody>
      </p:sp>
      <p:sp>
        <p:nvSpPr>
          <p:cNvPr id="649" name="Google Shape;649;p6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From offensive perspective:</a:t>
            </a:r>
            <a:endParaRPr sz="1600"/>
          </a:p>
          <a:p>
            <a:pPr indent="-3302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Securing the </a:t>
            </a:r>
            <a:r>
              <a:rPr lang="en" sz="1600">
                <a:solidFill>
                  <a:srgbClr val="FFFF00"/>
                </a:solidFill>
              </a:rPr>
              <a:t>communication</a:t>
            </a:r>
            <a:r>
              <a:rPr lang="en" sz="1600"/>
              <a:t> channel.</a:t>
            </a:r>
            <a:endParaRPr sz="1600"/>
          </a:p>
          <a:p>
            <a:pPr indent="-3302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Protecting the </a:t>
            </a:r>
            <a:r>
              <a:rPr lang="en" sz="1600">
                <a:solidFill>
                  <a:srgbClr val="FFFF00"/>
                </a:solidFill>
              </a:rPr>
              <a:t>payload</a:t>
            </a:r>
            <a:r>
              <a:rPr lang="en" sz="1600"/>
              <a:t>.</a:t>
            </a:r>
            <a:endParaRPr sz="1600"/>
          </a:p>
          <a:p>
            <a:pPr indent="-3302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Securing our </a:t>
            </a:r>
            <a:r>
              <a:rPr lang="en" sz="1600">
                <a:solidFill>
                  <a:srgbClr val="FFFF00"/>
                </a:solidFill>
              </a:rPr>
              <a:t>infrastructure</a:t>
            </a:r>
            <a:r>
              <a:rPr lang="en" sz="1600"/>
              <a:t>.</a:t>
            </a:r>
            <a:endParaRPr sz="16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3" name="Shape 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Google Shape;654;p6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00"/>
                </a:solidFill>
              </a:rPr>
              <a:t>Securing Communication Channel</a:t>
            </a:r>
            <a:endParaRPr>
              <a:solidFill>
                <a:srgbClr val="FFFF00"/>
              </a:solidFill>
            </a:endParaRPr>
          </a:p>
        </p:txBody>
      </p:sp>
      <p:pic>
        <p:nvPicPr>
          <p:cNvPr id="655" name="Google Shape;655;p64" title="rt-infrastructure-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22363" y="975025"/>
            <a:ext cx="6993172" cy="3820977"/>
          </a:xfrm>
          <a:prstGeom prst="rect">
            <a:avLst/>
          </a:prstGeom>
          <a:noFill/>
          <a:ln>
            <a:noFill/>
          </a:ln>
        </p:spPr>
      </p:pic>
      <p:sp>
        <p:nvSpPr>
          <p:cNvPr id="656" name="Google Shape;656;p64"/>
          <p:cNvSpPr/>
          <p:nvPr/>
        </p:nvSpPr>
        <p:spPr>
          <a:xfrm>
            <a:off x="2956500" y="1965950"/>
            <a:ext cx="3752400" cy="23166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0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1" name="Google Shape;661;p6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00"/>
                </a:solidFill>
              </a:rPr>
              <a:t>Securing Communication Channel</a:t>
            </a:r>
            <a:endParaRPr>
              <a:solidFill>
                <a:srgbClr val="FFFF00"/>
              </a:solidFill>
            </a:endParaRPr>
          </a:p>
        </p:txBody>
      </p:sp>
      <p:sp>
        <p:nvSpPr>
          <p:cNvPr id="662" name="Google Shape;662;p6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Communication between malware and C2.</a:t>
            </a:r>
            <a:endParaRPr sz="1600"/>
          </a:p>
          <a:p>
            <a:pPr indent="-3302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Over </a:t>
            </a:r>
            <a:r>
              <a:rPr lang="en" sz="1600">
                <a:solidFill>
                  <a:srgbClr val="FFFF00"/>
                </a:solidFill>
              </a:rPr>
              <a:t>HTTPS</a:t>
            </a:r>
            <a:r>
              <a:rPr lang="en" sz="1600"/>
              <a:t>, with valid certificates and proper keys to avoid </a:t>
            </a:r>
            <a:r>
              <a:rPr lang="en" sz="1600">
                <a:solidFill>
                  <a:srgbClr val="FFFF00"/>
                </a:solidFill>
              </a:rPr>
              <a:t>eavesdropping</a:t>
            </a:r>
            <a:r>
              <a:rPr lang="en" sz="1600"/>
              <a:t>.</a:t>
            </a:r>
            <a:endParaRPr sz="1600"/>
          </a:p>
          <a:p>
            <a:pPr indent="-3302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Encrypting the request and response body to avoid real-time analysis.</a:t>
            </a:r>
            <a:endParaRPr sz="1600"/>
          </a:p>
          <a:p>
            <a:pPr indent="-33020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Symmetric encryption, unique for each malware build.</a:t>
            </a:r>
            <a:endParaRPr sz="1600"/>
          </a:p>
          <a:p>
            <a:pPr indent="-33020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Optional: use session key, rotated on regular basis, derived from master key.</a:t>
            </a:r>
            <a:endParaRPr sz="1600"/>
          </a:p>
          <a:p>
            <a:pPr indent="-3302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>
                <a:solidFill>
                  <a:srgbClr val="FFFF00"/>
                </a:solidFill>
              </a:rPr>
              <a:t>Certificate pinning</a:t>
            </a:r>
            <a:r>
              <a:rPr lang="en" sz="1600"/>
              <a:t> to ensure malware connected to “legitimate” C2 server / redirector.</a:t>
            </a:r>
            <a:endParaRPr sz="16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6" name="Shape 6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" name="Google Shape;667;p6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00"/>
                </a:solidFill>
              </a:rPr>
              <a:t>Protecting the Payload (1/)</a:t>
            </a:r>
            <a:endParaRPr>
              <a:solidFill>
                <a:srgbClr val="FFFF00"/>
              </a:solidFill>
            </a:endParaRPr>
          </a:p>
        </p:txBody>
      </p:sp>
      <p:sp>
        <p:nvSpPr>
          <p:cNvPr id="668" name="Google Shape;668;p66"/>
          <p:cNvSpPr txBox="1"/>
          <p:nvPr>
            <p:ph idx="1" type="body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>
                <a:solidFill>
                  <a:srgbClr val="FFFF00"/>
                </a:solidFill>
              </a:rPr>
              <a:t>Partial encryption</a:t>
            </a:r>
            <a:r>
              <a:rPr lang="en" sz="1600"/>
              <a:t> of the malware</a:t>
            </a:r>
            <a:endParaRPr sz="1600"/>
          </a:p>
          <a:p>
            <a:pPr indent="-33020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Encrypting readable strings: callback host, port, user-agent, etc.</a:t>
            </a:r>
            <a:endParaRPr sz="1600"/>
          </a:p>
          <a:p>
            <a:pPr indent="-33020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Custom encryption with </a:t>
            </a:r>
            <a:r>
              <a:rPr lang="en" sz="1600">
                <a:solidFill>
                  <a:srgbClr val="FFFF00"/>
                </a:solidFill>
              </a:rPr>
              <a:t>XOR</a:t>
            </a:r>
            <a:r>
              <a:rPr lang="en" sz="1600"/>
              <a:t> and modified stream cipher (</a:t>
            </a:r>
            <a:r>
              <a:rPr lang="en" sz="1600">
                <a:solidFill>
                  <a:srgbClr val="FFFF00"/>
                </a:solidFill>
              </a:rPr>
              <a:t>RC4</a:t>
            </a:r>
            <a:r>
              <a:rPr lang="en" sz="1600"/>
              <a:t>) for speed.</a:t>
            </a:r>
            <a:endParaRPr sz="1600"/>
          </a:p>
          <a:p>
            <a:pPr indent="-33020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Even the key is </a:t>
            </a:r>
            <a:r>
              <a:rPr lang="en" sz="1600">
                <a:solidFill>
                  <a:srgbClr val="FFFF00"/>
                </a:solidFill>
              </a:rPr>
              <a:t>encrypted</a:t>
            </a:r>
            <a:r>
              <a:rPr lang="en" sz="1600"/>
              <a:t>.</a:t>
            </a:r>
            <a:endParaRPr sz="16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2" name="Shape 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" name="Google Shape;673;p6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00"/>
                </a:solidFill>
              </a:rPr>
              <a:t>Protecting the Payload (2/)</a:t>
            </a:r>
            <a:endParaRPr>
              <a:solidFill>
                <a:srgbClr val="FFFF00"/>
              </a:solidFill>
            </a:endParaRPr>
          </a:p>
        </p:txBody>
      </p:sp>
      <p:sp>
        <p:nvSpPr>
          <p:cNvPr id="674" name="Google Shape;674;p67"/>
          <p:cNvSpPr txBox="1"/>
          <p:nvPr>
            <p:ph idx="1" type="body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>
                <a:solidFill>
                  <a:srgbClr val="FFFF00"/>
                </a:solidFill>
              </a:rPr>
              <a:t>Steganography</a:t>
            </a:r>
            <a:r>
              <a:rPr lang="en" sz="1600"/>
              <a:t> for hiding the payload</a:t>
            </a:r>
            <a:endParaRPr sz="1600"/>
          </a:p>
          <a:p>
            <a:pPr indent="-33020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Malicious code is </a:t>
            </a:r>
            <a:r>
              <a:rPr lang="en" sz="1600">
                <a:solidFill>
                  <a:srgbClr val="FFFF00"/>
                </a:solidFill>
              </a:rPr>
              <a:t>embedded</a:t>
            </a:r>
            <a:r>
              <a:rPr lang="en" sz="1600"/>
              <a:t> into media.</a:t>
            </a:r>
            <a:endParaRPr sz="1600"/>
          </a:p>
          <a:p>
            <a:pPr indent="-33020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Loader is clean, just extract the bits</a:t>
            </a:r>
            <a:endParaRPr sz="1600"/>
          </a:p>
          <a:p>
            <a:pPr indent="-33020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Tricky: make sure size still make sense.</a:t>
            </a:r>
            <a:endParaRPr sz="16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8" name="Shape 6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9" name="Google Shape;679;p6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00"/>
                </a:solidFill>
              </a:rPr>
              <a:t>Case: OceanLotus</a:t>
            </a:r>
            <a:endParaRPr>
              <a:solidFill>
                <a:srgbClr val="FFFF00"/>
              </a:solidFill>
            </a:endParaRPr>
          </a:p>
        </p:txBody>
      </p:sp>
      <p:pic>
        <p:nvPicPr>
          <p:cNvPr id="680" name="Google Shape;680;p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90475" y="188900"/>
            <a:ext cx="3643350" cy="4723424"/>
          </a:xfrm>
          <a:prstGeom prst="rect">
            <a:avLst/>
          </a:prstGeom>
          <a:noFill/>
          <a:ln>
            <a:noFill/>
          </a:ln>
        </p:spPr>
      </p:pic>
      <p:pic>
        <p:nvPicPr>
          <p:cNvPr id="681" name="Google Shape;681;p68" title="Screenshot 2025-11-03 at 15.21.12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1170125"/>
            <a:ext cx="4785675" cy="3175707"/>
          </a:xfrm>
          <a:prstGeom prst="rect">
            <a:avLst/>
          </a:prstGeom>
          <a:noFill/>
          <a:ln>
            <a:noFill/>
          </a:ln>
        </p:spPr>
      </p:pic>
      <p:sp>
        <p:nvSpPr>
          <p:cNvPr id="682" name="Google Shape;682;p68"/>
          <p:cNvSpPr txBox="1"/>
          <p:nvPr/>
        </p:nvSpPr>
        <p:spPr>
          <a:xfrm>
            <a:off x="152400" y="444660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rgbClr val="00FFFF"/>
                </a:solidFill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read analysis here</a:t>
            </a:r>
            <a:endParaRPr>
              <a:solidFill>
                <a:srgbClr val="00FFFF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6" name="Shape 6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7" name="Google Shape;687;p6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00"/>
                </a:solidFill>
              </a:rPr>
              <a:t>Securing Infrastructure (1/)</a:t>
            </a:r>
            <a:endParaRPr>
              <a:solidFill>
                <a:srgbClr val="FFFF00"/>
              </a:solidFill>
            </a:endParaRPr>
          </a:p>
        </p:txBody>
      </p:sp>
      <p:sp>
        <p:nvSpPr>
          <p:cNvPr id="688" name="Google Shape;688;p6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Secure Access to server (SSH)</a:t>
            </a:r>
            <a:endParaRPr sz="1600"/>
          </a:p>
          <a:p>
            <a:pPr indent="-33020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Use </a:t>
            </a:r>
            <a:r>
              <a:rPr lang="en" sz="1600">
                <a:solidFill>
                  <a:srgbClr val="FFFF00"/>
                </a:solidFill>
              </a:rPr>
              <a:t>key-pair</a:t>
            </a:r>
            <a:r>
              <a:rPr lang="en" sz="1600"/>
              <a:t> (passwordless) authentication with </a:t>
            </a:r>
            <a:r>
              <a:rPr lang="en" sz="1600">
                <a:solidFill>
                  <a:srgbClr val="FFFF00"/>
                </a:solidFill>
              </a:rPr>
              <a:t>strong encryption</a:t>
            </a:r>
            <a:r>
              <a:rPr lang="en" sz="1600"/>
              <a:t>.</a:t>
            </a:r>
            <a:endParaRPr sz="1600"/>
          </a:p>
          <a:p>
            <a:pPr indent="-33020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C2 server is not exposed, no public IP address, accessible from private network</a:t>
            </a:r>
            <a:endParaRPr sz="1600"/>
          </a:p>
          <a:p>
            <a:pPr indent="-330200" lvl="2" marL="13716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</a:pPr>
            <a:r>
              <a:rPr lang="en" sz="1600"/>
              <a:t>Connect to shell over tunnel with </a:t>
            </a:r>
            <a:r>
              <a:rPr lang="en" sz="1600">
                <a:solidFill>
                  <a:srgbClr val="FFFF00"/>
                </a:solidFill>
              </a:rPr>
              <a:t>SSM</a:t>
            </a:r>
            <a:r>
              <a:rPr lang="en" sz="1600"/>
              <a:t>.</a:t>
            </a:r>
            <a:endParaRPr sz="1600"/>
          </a:p>
          <a:p>
            <a:pPr indent="-33020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Services are listen to local only.</a:t>
            </a:r>
            <a:endParaRPr sz="1600"/>
          </a:p>
          <a:p>
            <a:pPr indent="-330200" lvl="2" marL="13716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</a:pPr>
            <a:r>
              <a:rPr lang="en" sz="1600"/>
              <a:t>Connect to service over </a:t>
            </a:r>
            <a:r>
              <a:rPr lang="en" sz="1600">
                <a:solidFill>
                  <a:srgbClr val="FFFF00"/>
                </a:solidFill>
              </a:rPr>
              <a:t>SSH</a:t>
            </a:r>
            <a:r>
              <a:rPr lang="en" sz="1600"/>
              <a:t> tunnel over </a:t>
            </a:r>
            <a:r>
              <a:rPr lang="en" sz="1600">
                <a:solidFill>
                  <a:srgbClr val="FFFF00"/>
                </a:solidFill>
              </a:rPr>
              <a:t>SSM</a:t>
            </a:r>
            <a:r>
              <a:rPr lang="en" sz="1600"/>
              <a:t> tunnel.</a:t>
            </a:r>
            <a:endParaRPr sz="16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2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3" name="Google Shape;693;p7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4" name="Google Shape;694;p7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95" name="Google Shape;695;p7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3875" y="1152475"/>
            <a:ext cx="8508426" cy="35200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9" name="Shape 6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0" name="Google Shape;700;p7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00"/>
                </a:solidFill>
              </a:rPr>
              <a:t>Securing Infrastructure (2/)</a:t>
            </a:r>
            <a:endParaRPr>
              <a:solidFill>
                <a:srgbClr val="FFFF00"/>
              </a:solidFill>
            </a:endParaRPr>
          </a:p>
        </p:txBody>
      </p:sp>
      <p:sp>
        <p:nvSpPr>
          <p:cNvPr id="701" name="Google Shape;701;p7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Securing Storage (EBS Volume)</a:t>
            </a:r>
            <a:endParaRPr sz="1600"/>
          </a:p>
          <a:p>
            <a:pPr indent="-33020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Used by EC2 instances to store intermediate data (operational data or exfiltrated data).</a:t>
            </a:r>
            <a:endParaRPr sz="1600"/>
          </a:p>
          <a:p>
            <a:pPr indent="-33020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Encrypt the volume by </a:t>
            </a:r>
            <a:r>
              <a:rPr lang="en" sz="1600">
                <a:solidFill>
                  <a:srgbClr val="FFFF00"/>
                </a:solidFill>
              </a:rPr>
              <a:t>AWS-managed</a:t>
            </a:r>
            <a:r>
              <a:rPr lang="en" sz="1600"/>
              <a:t> key or customer-managed key.</a:t>
            </a:r>
            <a:endParaRPr sz="1600"/>
          </a:p>
          <a:p>
            <a:pPr indent="-33020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Goal: protect from recovery outside of the running instance.</a:t>
            </a:r>
            <a:endParaRPr sz="16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5" name="Shape 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" name="Google Shape;706;p7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00"/>
                </a:solidFill>
              </a:rPr>
              <a:t>Securing Infrastructure (3/)</a:t>
            </a:r>
            <a:endParaRPr>
              <a:solidFill>
                <a:srgbClr val="FFFF00"/>
              </a:solidFill>
            </a:endParaRPr>
          </a:p>
        </p:txBody>
      </p:sp>
      <p:sp>
        <p:nvSpPr>
          <p:cNvPr id="707" name="Google Shape;707;p7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Securing Storage (S3 buckets)</a:t>
            </a:r>
            <a:endParaRPr sz="1600"/>
          </a:p>
          <a:p>
            <a:pPr indent="-33020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Mainly used for storing exfiltrated data.</a:t>
            </a:r>
            <a:endParaRPr sz="1600"/>
          </a:p>
          <a:p>
            <a:pPr indent="-330200" lvl="2" marL="13716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</a:pPr>
            <a:r>
              <a:rPr lang="en" sz="1600"/>
              <a:t>Alternative: CloudFlare R2 buckets</a:t>
            </a:r>
            <a:endParaRPr sz="1600"/>
          </a:p>
          <a:p>
            <a:pPr indent="-33020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Enforce server-side encryption.</a:t>
            </a:r>
            <a:endParaRPr sz="16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1" name="Shape 7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2" name="Google Shape;712;p7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00"/>
                </a:solidFill>
              </a:rPr>
              <a:t>Other Use Cases</a:t>
            </a:r>
            <a:endParaRPr>
              <a:solidFill>
                <a:srgbClr val="FFFF00"/>
              </a:solidFill>
            </a:endParaRPr>
          </a:p>
        </p:txBody>
      </p:sp>
      <p:sp>
        <p:nvSpPr>
          <p:cNvPr id="713" name="Google Shape;713;p7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>
                <a:solidFill>
                  <a:srgbClr val="FFFF00"/>
                </a:solidFill>
              </a:rPr>
              <a:t>Simulating</a:t>
            </a:r>
            <a:r>
              <a:rPr lang="en" sz="1600"/>
              <a:t> ransomware (</a:t>
            </a:r>
            <a:r>
              <a:rPr lang="en" sz="1600">
                <a:solidFill>
                  <a:srgbClr val="FFFF00"/>
                </a:solidFill>
              </a:rPr>
              <a:t>on-premise</a:t>
            </a:r>
            <a:r>
              <a:rPr lang="en" sz="1600"/>
              <a:t> environment)</a:t>
            </a:r>
            <a:endParaRPr sz="1600"/>
          </a:p>
          <a:p>
            <a:pPr indent="-33020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How does ransomware </a:t>
            </a:r>
            <a:r>
              <a:rPr lang="en" sz="1600">
                <a:solidFill>
                  <a:srgbClr val="FFFF00"/>
                </a:solidFill>
              </a:rPr>
              <a:t>encrypt</a:t>
            </a:r>
            <a:r>
              <a:rPr lang="en" sz="1600"/>
              <a:t> files? </a:t>
            </a:r>
            <a:endParaRPr sz="1600"/>
          </a:p>
          <a:p>
            <a:pPr indent="-330200" lvl="2" marL="13716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</a:pPr>
            <a:r>
              <a:rPr lang="en" sz="1600"/>
              <a:t>mass encryption? recursive? marker?</a:t>
            </a:r>
            <a:endParaRPr sz="1600"/>
          </a:p>
          <a:p>
            <a:pPr indent="-33020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What is the most </a:t>
            </a:r>
            <a:r>
              <a:rPr lang="en" sz="1600">
                <a:solidFill>
                  <a:srgbClr val="FFFF00"/>
                </a:solidFill>
              </a:rPr>
              <a:t>efficient</a:t>
            </a:r>
            <a:r>
              <a:rPr lang="en" sz="1600"/>
              <a:t> way to encrypt? </a:t>
            </a:r>
            <a:endParaRPr sz="1600"/>
          </a:p>
          <a:p>
            <a:pPr indent="-330200" lvl="2" marL="13716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</a:pPr>
            <a:r>
              <a:rPr lang="en" sz="1600"/>
              <a:t>Hardware-assisted? Block or stream cipher? Partial or whole file encryption? key-generation?</a:t>
            </a:r>
            <a:endParaRPr sz="16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7" name="Shape 7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8" name="Google Shape;718;p7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00"/>
                </a:solidFill>
              </a:rPr>
              <a:t>Breaking and Bypassing Crypto</a:t>
            </a:r>
            <a:endParaRPr>
              <a:solidFill>
                <a:srgbClr val="FFFF00"/>
              </a:solidFill>
            </a:endParaRPr>
          </a:p>
        </p:txBody>
      </p:sp>
      <p:sp>
        <p:nvSpPr>
          <p:cNvPr id="719" name="Google Shape;719;p7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When cryptography fails</a:t>
            </a:r>
            <a:endParaRPr sz="1600"/>
          </a:p>
          <a:p>
            <a:pPr indent="-3302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Weak random number generation (</a:t>
            </a:r>
            <a:r>
              <a:rPr lang="en" sz="1600">
                <a:solidFill>
                  <a:srgbClr val="FFFF00"/>
                </a:solidFill>
              </a:rPr>
              <a:t>predictable</a:t>
            </a:r>
            <a:r>
              <a:rPr lang="en" sz="1600"/>
              <a:t> keys).</a:t>
            </a:r>
            <a:endParaRPr sz="1600"/>
          </a:p>
          <a:p>
            <a:pPr indent="-3302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Poor key management (hardcoded or reused keys).</a:t>
            </a:r>
            <a:endParaRPr sz="1600"/>
          </a:p>
          <a:p>
            <a:pPr indent="-3302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Implementation bugs (e.g. OpenSSL Heartbleed).</a:t>
            </a:r>
            <a:endParaRPr sz="16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3" name="Shape 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4" name="Google Shape;724;p7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00"/>
                </a:solidFill>
              </a:rPr>
              <a:t>Post Quantum Cryptography (1/)</a:t>
            </a:r>
            <a:endParaRPr>
              <a:solidFill>
                <a:srgbClr val="FFFF00"/>
              </a:solidFill>
            </a:endParaRPr>
          </a:p>
        </p:txBody>
      </p:sp>
      <p:sp>
        <p:nvSpPr>
          <p:cNvPr id="725" name="Google Shape;725;p7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When PQC implemented, we need to rethink how we use cryptography.</a:t>
            </a:r>
            <a:endParaRPr sz="1600"/>
          </a:p>
          <a:p>
            <a:pPr indent="-3302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>
                <a:solidFill>
                  <a:srgbClr val="FFFF00"/>
                </a:solidFill>
              </a:rPr>
              <a:t>Shor’s Algorithm</a:t>
            </a:r>
            <a:r>
              <a:rPr lang="en" sz="1600"/>
              <a:t> threatens </a:t>
            </a:r>
            <a:r>
              <a:rPr lang="en" sz="1600">
                <a:solidFill>
                  <a:srgbClr val="FFFF00"/>
                </a:solidFill>
              </a:rPr>
              <a:t>asymmetric</a:t>
            </a:r>
            <a:r>
              <a:rPr lang="en" sz="1600"/>
              <a:t> cryptography (RSA, ECC).</a:t>
            </a:r>
            <a:endParaRPr sz="1600"/>
          </a:p>
          <a:p>
            <a:pPr indent="-33020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Find prime factors of integer.</a:t>
            </a:r>
            <a:endParaRPr sz="1600"/>
          </a:p>
          <a:p>
            <a:pPr indent="-3302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>
                <a:solidFill>
                  <a:srgbClr val="FFFF00"/>
                </a:solidFill>
              </a:rPr>
              <a:t>Grover’s Algorithm</a:t>
            </a:r>
            <a:r>
              <a:rPr lang="en" sz="1600"/>
              <a:t> reduce brute force time from </a:t>
            </a:r>
            <a:r>
              <a:rPr lang="en" sz="1600">
                <a:solidFill>
                  <a:srgbClr val="FFFF00"/>
                </a:solidFill>
              </a:rPr>
              <a:t>O(N)</a:t>
            </a:r>
            <a:r>
              <a:rPr lang="en" sz="1600"/>
              <a:t> to </a:t>
            </a:r>
            <a:r>
              <a:rPr lang="en" sz="1600">
                <a:solidFill>
                  <a:srgbClr val="FFFF00"/>
                </a:solidFill>
              </a:rPr>
              <a:t>O(√N)</a:t>
            </a:r>
            <a:r>
              <a:rPr lang="en" sz="1600"/>
              <a:t>.</a:t>
            </a:r>
            <a:endParaRPr sz="1600"/>
          </a:p>
          <a:p>
            <a:pPr indent="-33020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Unstructured search that finds the unique input to a black box function that produce particular output value.</a:t>
            </a:r>
            <a:endParaRPr sz="1600"/>
          </a:p>
          <a:p>
            <a:pPr indent="-3302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Implication: </a:t>
            </a:r>
            <a:r>
              <a:rPr lang="en" sz="1600">
                <a:solidFill>
                  <a:srgbClr val="FFFF00"/>
                </a:solidFill>
              </a:rPr>
              <a:t>harvest now, decrypt later</a:t>
            </a:r>
            <a:r>
              <a:rPr lang="en" sz="1600"/>
              <a:t>.</a:t>
            </a:r>
            <a:endParaRPr sz="1600"/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9" name="Shape 7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0" name="Google Shape;730;p7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00"/>
                </a:solidFill>
              </a:rPr>
              <a:t>Post Quantum Cryptography (2/)</a:t>
            </a:r>
            <a:endParaRPr>
              <a:solidFill>
                <a:srgbClr val="FFFF00"/>
              </a:solidFill>
            </a:endParaRPr>
          </a:p>
        </p:txBody>
      </p:sp>
      <p:sp>
        <p:nvSpPr>
          <p:cNvPr id="731" name="Google Shape;731;p7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PQC transition is not just swapping algorithms, it changes how we design and use crypto.</a:t>
            </a:r>
            <a:endParaRPr sz="1600"/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Now:</a:t>
            </a:r>
            <a:endParaRPr sz="1600"/>
          </a:p>
          <a:p>
            <a:pPr indent="-3302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Hybrid cryptography approach</a:t>
            </a:r>
            <a:endParaRPr sz="1600"/>
          </a:p>
          <a:p>
            <a:pPr indent="-3302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Some cloud providers have experimented and adopted it.</a:t>
            </a:r>
            <a:endParaRPr sz="16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5" name="Shape 7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6" name="Google Shape;736;p7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Useful Resources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737" name="Google Shape;737;p7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[github] </a:t>
            </a:r>
            <a:r>
              <a:rPr lang="en" sz="1400" u="sng">
                <a:solidFill>
                  <a:srgbClr val="FFFF00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ReversingID/Crypto-Reference </a:t>
            </a:r>
            <a:endParaRPr sz="1400">
              <a:solidFill>
                <a:srgbClr val="FFFF00"/>
              </a:solidFill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[challenge] </a:t>
            </a:r>
            <a:r>
              <a:rPr lang="en" sz="1400" u="sng">
                <a:solidFill>
                  <a:srgbClr val="FFFF00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CryptoPals</a:t>
            </a:r>
            <a:endParaRPr sz="1400">
              <a:solidFill>
                <a:srgbClr val="FFFF00"/>
              </a:solidFill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[blog] </a:t>
            </a:r>
            <a:r>
              <a:rPr lang="en" sz="1400" u="sng">
                <a:solidFill>
                  <a:srgbClr val="FFFF00"/>
                </a:solidFill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cryptologie.net</a:t>
            </a:r>
            <a:r>
              <a:rPr lang="en" sz="1400">
                <a:solidFill>
                  <a:srgbClr val="FFFF00"/>
                </a:solidFill>
              </a:rPr>
              <a:t> </a:t>
            </a:r>
            <a:r>
              <a:rPr lang="en" sz="1400"/>
              <a:t>(David Wong)</a:t>
            </a:r>
            <a:endParaRPr sz="1400"/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[PQC] </a:t>
            </a:r>
            <a:r>
              <a:rPr lang="en" sz="1400" u="sng">
                <a:solidFill>
                  <a:srgbClr val="FFFF00"/>
                </a:solidFill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Quantum Safe</a:t>
            </a:r>
            <a:endParaRPr sz="1400"/>
          </a:p>
        </p:txBody>
      </p:sp>
      <p:pic>
        <p:nvPicPr>
          <p:cNvPr id="738" name="Google Shape;738;p77" title="evernight.gif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359141" y="2571748"/>
            <a:ext cx="2556259" cy="2340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2" name="Shape 7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" name="Google Shape;743;p7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4" name="Google Shape;744;p78"/>
          <p:cNvSpPr txBox="1"/>
          <p:nvPr>
            <p:ph idx="1" type="body"/>
          </p:nvPr>
        </p:nvSpPr>
        <p:spPr>
          <a:xfrm>
            <a:off x="5708950" y="2011725"/>
            <a:ext cx="3123300" cy="142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COME!!</a:t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ASK THE QUESTIONS</a:t>
            </a:r>
            <a:endParaRPr sz="2400"/>
          </a:p>
        </p:txBody>
      </p:sp>
      <p:pic>
        <p:nvPicPr>
          <p:cNvPr id="745" name="Google Shape;745;p7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698075"/>
            <a:ext cx="5103651" cy="2870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Investor Pitch Presentation">
  <a:themeElements>
    <a:clrScheme name="Simple Light">
      <a:dk1>
        <a:srgbClr val="1B1B1B"/>
      </a:dk1>
      <a:lt1>
        <a:srgbClr val="FFFFFF"/>
      </a:lt1>
      <a:dk2>
        <a:srgbClr val="85C086"/>
      </a:dk2>
      <a:lt2>
        <a:srgbClr val="D0E1BE"/>
      </a:lt2>
      <a:accent1>
        <a:srgbClr val="85C085"/>
      </a:accent1>
      <a:accent2>
        <a:srgbClr val="50A350"/>
      </a:accent2>
      <a:accent3>
        <a:srgbClr val="3E863C"/>
      </a:accent3>
      <a:accent4>
        <a:srgbClr val="1E691E"/>
      </a:accent4>
      <a:accent5>
        <a:srgbClr val="074907"/>
      </a:accent5>
      <a:accent6>
        <a:srgbClr val="666666"/>
      </a:accent6>
      <a:hlink>
        <a:srgbClr val="FF00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